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9" r:id="rId4"/>
    <p:sldId id="270" r:id="rId5"/>
    <p:sldId id="269" r:id="rId6"/>
    <p:sldId id="263" r:id="rId7"/>
    <p:sldId id="273" r:id="rId8"/>
    <p:sldId id="272" r:id="rId9"/>
    <p:sldId id="274" r:id="rId10"/>
    <p:sldId id="275" r:id="rId11"/>
    <p:sldId id="276" r:id="rId12"/>
    <p:sldId id="277" r:id="rId13"/>
    <p:sldId id="261" r:id="rId14"/>
  </p:sldIdLst>
  <p:sldSz cx="12192000" cy="6858000"/>
  <p:notesSz cx="6858000" cy="9144000"/>
  <p:embeddedFontLst>
    <p:embeddedFont>
      <p:font typeface="Barlow" panose="00000500000000000000" pitchFamily="2" charset="0"/>
      <p:regular r:id="rId15"/>
      <p:bold r:id="rId16"/>
      <p:italic r:id="rId17"/>
      <p:boldItalic r:id="rId18"/>
    </p:embeddedFont>
    <p:embeddedFont>
      <p:font typeface="K2D" panose="020B0604020202020204" charset="-34"/>
      <p:regular r:id="rId19"/>
      <p:bold r:id="rId20"/>
      <p:italic r:id="rId21"/>
      <p:boldItalic r:id="rId22"/>
    </p:embeddedFont>
    <p:embeddedFont>
      <p:font typeface="Readex Pro" panose="020B0604020202020204" charset="-78"/>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CAA"/>
    <a:srgbClr val="CCFFFF"/>
    <a:srgbClr val="00AFEF"/>
    <a:srgbClr val="FFFFFF"/>
    <a:srgbClr val="27ACE3"/>
    <a:srgbClr val="1F5CA9"/>
    <a:srgbClr val="F2F2F2"/>
    <a:srgbClr val="000000"/>
    <a:srgbClr val="D9D9D9"/>
    <a:srgbClr val="BABA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Kiểu Trung bình 2 - Màu chủ đề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31" autoAdjust="0"/>
    <p:restoredTop sz="94660"/>
  </p:normalViewPr>
  <p:slideViewPr>
    <p:cSldViewPr snapToGrid="0">
      <p:cViewPr varScale="1">
        <p:scale>
          <a:sx n="73" d="100"/>
          <a:sy n="73" d="100"/>
        </p:scale>
        <p:origin x="708"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emf"/><Relationship Id="rId4" Type="http://schemas.openxmlformats.org/officeDocument/2006/relationships/image" Target="../media/image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737"/>
            <a:ext cx="1061859" cy="1062060"/>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7" name="Group 6">
            <a:extLst>
              <a:ext uri="{FF2B5EF4-FFF2-40B4-BE49-F238E27FC236}">
                <a16:creationId xmlns:a16="http://schemas.microsoft.com/office/drawing/2014/main" id="{500C3C4B-7EB0-A799-EF60-7E7B2A1A5D71}"/>
              </a:ext>
            </a:extLst>
          </p:cNvPr>
          <p:cNvGrpSpPr/>
          <p:nvPr userDrawn="1"/>
        </p:nvGrpSpPr>
        <p:grpSpPr>
          <a:xfrm rot="5400000" flipH="1">
            <a:off x="11994349" y="89858"/>
            <a:ext cx="108319" cy="107166"/>
            <a:chOff x="9886950" y="442913"/>
            <a:chExt cx="216694" cy="214386"/>
          </a:xfrm>
        </p:grpSpPr>
        <p:sp>
          <p:nvSpPr>
            <p:cNvPr id="2" name="Rectangle: Rounded Corners 1">
              <a:extLst>
                <a:ext uri="{FF2B5EF4-FFF2-40B4-BE49-F238E27FC236}">
                  <a16:creationId xmlns:a16="http://schemas.microsoft.com/office/drawing/2014/main" id="{A5889A1F-7953-5C39-8687-FF30BEEED6A0}"/>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2EFB534-7696-D26C-4ED3-9370C4BF548C}"/>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CEBF6C9-F2A0-D7EA-46F2-E2BED25E4EEB}"/>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FC287AC-3830-D280-1DFB-099F1C622FCC}"/>
              </a:ext>
            </a:extLst>
          </p:cNvPr>
          <p:cNvPicPr>
            <a:picLocks noChangeAspect="1"/>
          </p:cNvPicPr>
          <p:nvPr userDrawn="1"/>
        </p:nvPicPr>
        <p:blipFill>
          <a:blip r:embed="rId3"/>
          <a:stretch>
            <a:fillRect/>
          </a:stretch>
        </p:blipFill>
        <p:spPr>
          <a:xfrm>
            <a:off x="2585036" y="6478829"/>
            <a:ext cx="9326880" cy="118101"/>
          </a:xfrm>
          <a:prstGeom prst="rect">
            <a:avLst/>
          </a:prstGeom>
        </p:spPr>
      </p:pic>
      <p:sp>
        <p:nvSpPr>
          <p:cNvPr id="9" name="Slide Number Placeholder 5">
            <a:extLst>
              <a:ext uri="{FF2B5EF4-FFF2-40B4-BE49-F238E27FC236}">
                <a16:creationId xmlns:a16="http://schemas.microsoft.com/office/drawing/2014/main" id="{FC61D4A3-C96E-946C-BF56-14B0317E483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10" name="Rectangle 9">
            <a:extLst>
              <a:ext uri="{FF2B5EF4-FFF2-40B4-BE49-F238E27FC236}">
                <a16:creationId xmlns:a16="http://schemas.microsoft.com/office/drawing/2014/main" id="{4DFDF354-0251-FE65-2C5F-25380E57F03B}"/>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13" name="Group 12">
            <a:extLst>
              <a:ext uri="{FF2B5EF4-FFF2-40B4-BE49-F238E27FC236}">
                <a16:creationId xmlns:a16="http://schemas.microsoft.com/office/drawing/2014/main" id="{076B934B-7F60-9EFE-CEAF-A531BBACD851}"/>
              </a:ext>
            </a:extLst>
          </p:cNvPr>
          <p:cNvGrpSpPr/>
          <p:nvPr userDrawn="1"/>
        </p:nvGrpSpPr>
        <p:grpSpPr>
          <a:xfrm>
            <a:off x="817685" y="6410864"/>
            <a:ext cx="2760487" cy="403790"/>
            <a:chOff x="741485" y="6410864"/>
            <a:chExt cx="2760487" cy="403790"/>
          </a:xfrm>
        </p:grpSpPr>
        <p:sp>
          <p:nvSpPr>
            <p:cNvPr id="14" name="TextBox 13">
              <a:extLst>
                <a:ext uri="{FF2B5EF4-FFF2-40B4-BE49-F238E27FC236}">
                  <a16:creationId xmlns:a16="http://schemas.microsoft.com/office/drawing/2014/main" id="{8BAF9606-2A17-830C-304D-88D56EDB1C47}"/>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44ADAA7A-04F6-2616-50B0-A84AF6F98FE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6BF1CC2D-4F33-60C3-D015-EE4B3346464B}"/>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7" name="Date Placeholder 3">
            <a:extLst>
              <a:ext uri="{FF2B5EF4-FFF2-40B4-BE49-F238E27FC236}">
                <a16:creationId xmlns:a16="http://schemas.microsoft.com/office/drawing/2014/main" id="{1C43A459-4626-2124-180B-282157DA33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11/28/2025</a:t>
            </a:fld>
            <a:endParaRPr lang="en-US"/>
          </a:p>
        </p:txBody>
      </p:sp>
      <p:sp>
        <p:nvSpPr>
          <p:cNvPr id="18" name="Footer Placeholder 4">
            <a:extLst>
              <a:ext uri="{FF2B5EF4-FFF2-40B4-BE49-F238E27FC236}">
                <a16:creationId xmlns:a16="http://schemas.microsoft.com/office/drawing/2014/main" id="{386F145B-841B-1EA7-87E9-B007B9A54080}"/>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236778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bg>
      <p:bgPr>
        <a:solidFill>
          <a:schemeClr val="bg1"/>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2008231"/>
            <a:ext cx="11205713" cy="1855310"/>
          </a:xfrm>
        </p:spPr>
        <p:txBody>
          <a:bodyPr anchor="b" anchorCtr="0">
            <a:normAutofit/>
          </a:bodyPr>
          <a:lstStyle>
            <a:lvl1pPr algn="ctr">
              <a:lnSpc>
                <a:spcPct val="100000"/>
              </a:lnSpc>
              <a:defRPr sz="4400" b="1" baseline="0">
                <a:solidFill>
                  <a:srgbClr val="0070C0"/>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3863542"/>
            <a:ext cx="11205713" cy="1036706"/>
          </a:xfrm>
        </p:spPr>
        <p:txBody>
          <a:bodyPr anchor="t" anchorCtr="0">
            <a:normAutofit/>
          </a:bodyPr>
          <a:lstStyle>
            <a:lvl1pPr marL="0" indent="0" algn="ctr">
              <a:buNone/>
              <a:defRPr sz="3200" baseline="0">
                <a:solidFill>
                  <a:srgbClr val="0070C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1" name="Picture 20">
            <a:extLst>
              <a:ext uri="{FF2B5EF4-FFF2-40B4-BE49-F238E27FC236}">
                <a16:creationId xmlns:a16="http://schemas.microsoft.com/office/drawing/2014/main" id="{D4C28A5F-55DF-474B-BB6F-9232AF06D3C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65071" y="682679"/>
            <a:ext cx="1061859" cy="1062177"/>
          </a:xfrm>
          <a:prstGeom prst="rect">
            <a:avLst/>
          </a:prstGeom>
        </p:spPr>
      </p:pic>
      <p:sp>
        <p:nvSpPr>
          <p:cNvPr id="22" name="Text Placeholder 9"/>
          <p:cNvSpPr>
            <a:spLocks noGrp="1"/>
          </p:cNvSpPr>
          <p:nvPr>
            <p:ph type="body" sz="quarter" idx="12" hasCustomPrompt="1"/>
          </p:nvPr>
        </p:nvSpPr>
        <p:spPr>
          <a:xfrm>
            <a:off x="493144" y="4924425"/>
            <a:ext cx="11205713" cy="492125"/>
          </a:xfrm>
        </p:spPr>
        <p:txBody>
          <a:bodyPr>
            <a:noAutofit/>
          </a:bodyPr>
          <a:lstStyle>
            <a:lvl1pPr marL="0" indent="0" algn="ctr">
              <a:buNone/>
              <a:defRPr sz="2000" b="0" baseline="0">
                <a:solidFill>
                  <a:srgbClr val="00AFEF"/>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4782423"/>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8" name="Picture 17"/>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F92E844-1828-0F51-3BFD-DF527D65BF8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CC0BC67-81A5-AC24-0BB4-9D1D3E835D94}"/>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6" name="Group 5">
            <a:extLst>
              <a:ext uri="{FF2B5EF4-FFF2-40B4-BE49-F238E27FC236}">
                <a16:creationId xmlns:a16="http://schemas.microsoft.com/office/drawing/2014/main" id="{02AE1EA0-6222-87BA-38C9-866FE8F2830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EC606771-B50F-5EF5-AF4C-183C88EEC70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7A8AD8D-BBBE-FFAE-563D-62AF760A44A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F63336F-2FD5-E8B2-B179-80665CF8D4BA}"/>
              </a:ext>
            </a:extLst>
          </p:cNvPr>
          <p:cNvSpPr txBox="1"/>
          <p:nvPr userDrawn="1"/>
        </p:nvSpPr>
        <p:spPr>
          <a:xfrm>
            <a:off x="10529591"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8A62A7F-4A0D-8203-BB6A-E6AFE62BD36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8649E161-4DC5-D15C-6DAE-AE38C664B5FB}"/>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4" name="Footer Placeholder 4">
            <a:extLst>
              <a:ext uri="{FF2B5EF4-FFF2-40B4-BE49-F238E27FC236}">
                <a16:creationId xmlns:a16="http://schemas.microsoft.com/office/drawing/2014/main" id="{CDD46289-EAED-BF63-CD78-95A65C49BE50}"/>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15379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logo">
    <p:bg>
      <p:bgPr>
        <a:solidFill>
          <a:srgbClr val="1F5CAA"/>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493144" y="686872"/>
            <a:ext cx="11205713" cy="2200204"/>
          </a:xfrm>
        </p:spPr>
        <p:txBody>
          <a:bodyPr anchor="b" anchorCtr="0">
            <a:normAutofit/>
          </a:bodyPr>
          <a:lstStyle>
            <a:lvl1pPr algn="ctr">
              <a:lnSpc>
                <a:spcPct val="100000"/>
              </a:lnSpc>
              <a:defRPr sz="4400" b="1" baseline="0">
                <a:solidFill>
                  <a:schemeClr val="bg1"/>
                </a:solidFill>
                <a:latin typeface="K2D" panose="00000500000000000000" pitchFamily="2" charset="-34"/>
                <a:cs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493144" y="2887077"/>
            <a:ext cx="11205713" cy="1036706"/>
          </a:xfrm>
        </p:spPr>
        <p:txBody>
          <a:bodyPr anchor="t" anchorCtr="0">
            <a:normAutofit/>
          </a:bodyPr>
          <a:lstStyle>
            <a:lvl1pPr marL="0" indent="0" algn="ctr">
              <a:buNone/>
              <a:defRPr sz="3200" baseline="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sp>
        <p:nvSpPr>
          <p:cNvPr id="22" name="Text Placeholder 9"/>
          <p:cNvSpPr>
            <a:spLocks noGrp="1"/>
          </p:cNvSpPr>
          <p:nvPr>
            <p:ph type="body" sz="quarter" idx="12" hasCustomPrompt="1"/>
          </p:nvPr>
        </p:nvSpPr>
        <p:spPr>
          <a:xfrm>
            <a:off x="493144" y="3947960"/>
            <a:ext cx="11205713" cy="492125"/>
          </a:xfrm>
        </p:spPr>
        <p:txBody>
          <a:bodyPr>
            <a:noAutofit/>
          </a:bodyPr>
          <a:lstStyle>
            <a:lvl1pPr marL="0" indent="0" algn="ctr">
              <a:buNone/>
              <a:defRPr sz="2000" b="0" baseline="0">
                <a:solidFill>
                  <a:schemeClr val="bg1"/>
                </a:solidFill>
                <a:latin typeface="Readex Pro" pitchFamily="2" charset="-78"/>
                <a:cs typeface="Readex Pro" pitchFamily="2" charset="-78"/>
              </a:defRPr>
            </a:lvl1pPr>
            <a:lvl2pPr marL="457200" indent="0">
              <a:buNone/>
              <a:defRPr sz="1400">
                <a:solidFill>
                  <a:schemeClr val="bg1"/>
                </a:solidFill>
                <a:latin typeface="Barlow" panose="00000500000000000000" pitchFamily="2" charset="0"/>
              </a:defRPr>
            </a:lvl2pPr>
            <a:lvl3pPr marL="914400" indent="0">
              <a:buNone/>
              <a:defRPr sz="1200">
                <a:solidFill>
                  <a:schemeClr val="bg1"/>
                </a:solidFill>
                <a:latin typeface="Barlow" panose="00000500000000000000" pitchFamily="2" charset="0"/>
              </a:defRPr>
            </a:lvl3pPr>
            <a:lvl4pPr marL="1371600" indent="0">
              <a:buNone/>
              <a:defRPr sz="1100">
                <a:solidFill>
                  <a:schemeClr val="bg1"/>
                </a:solidFill>
                <a:latin typeface="Barlow" panose="00000500000000000000" pitchFamily="2" charset="0"/>
              </a:defRPr>
            </a:lvl4pPr>
            <a:lvl5pPr marL="1828800" indent="0">
              <a:buNone/>
              <a:defRPr sz="1100">
                <a:solidFill>
                  <a:schemeClr val="bg1"/>
                </a:solidFill>
                <a:latin typeface="Barlow" panose="00000500000000000000" pitchFamily="2" charset="0"/>
              </a:defRPr>
            </a:lvl5pPr>
          </a:lstStyle>
          <a:p>
            <a:pPr lvl="0"/>
            <a:r>
              <a:rPr lang="en-US"/>
              <a:t>Tên tác giả hoặc ngày tháng</a:t>
            </a:r>
            <a:endParaRPr lang="en-US" dirty="0"/>
          </a:p>
        </p:txBody>
      </p:sp>
      <p:sp>
        <p:nvSpPr>
          <p:cNvPr id="25" name="Rectangle 24"/>
          <p:cNvSpPr/>
          <p:nvPr userDrawn="1"/>
        </p:nvSpPr>
        <p:spPr>
          <a:xfrm>
            <a:off x="4998720" y="3805958"/>
            <a:ext cx="2194560" cy="27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2" name="Group 1">
            <a:extLst>
              <a:ext uri="{FF2B5EF4-FFF2-40B4-BE49-F238E27FC236}">
                <a16:creationId xmlns:a16="http://schemas.microsoft.com/office/drawing/2014/main" id="{F9948C5E-76A7-F702-69DB-282464E77641}"/>
              </a:ext>
            </a:extLst>
          </p:cNvPr>
          <p:cNvGrpSpPr/>
          <p:nvPr userDrawn="1"/>
        </p:nvGrpSpPr>
        <p:grpSpPr>
          <a:xfrm rot="5400000" flipH="1">
            <a:off x="11994349" y="89858"/>
            <a:ext cx="108319" cy="107166"/>
            <a:chOff x="9886950" y="442913"/>
            <a:chExt cx="216694" cy="214386"/>
          </a:xfrm>
        </p:grpSpPr>
        <p:sp>
          <p:nvSpPr>
            <p:cNvPr id="4" name="Rectangle: Rounded Corners 3">
              <a:extLst>
                <a:ext uri="{FF2B5EF4-FFF2-40B4-BE49-F238E27FC236}">
                  <a16:creationId xmlns:a16="http://schemas.microsoft.com/office/drawing/2014/main" id="{9456AD05-D0D5-B566-5464-905D6E126C9B}"/>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39BB277-D677-7122-583C-E2DA058F670A}"/>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3FE1A5C2-1028-7EF7-EC88-4F04EC7380D2}"/>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B542C0C7-F574-E38A-4EB3-08F7967A55EF}"/>
              </a:ext>
            </a:extLst>
          </p:cNvPr>
          <p:cNvPicPr>
            <a:picLocks noChangeAspect="1"/>
          </p:cNvPicPr>
          <p:nvPr userDrawn="1"/>
        </p:nvPicPr>
        <p:blipFill>
          <a:blip r:embed="rId2"/>
          <a:stretch>
            <a:fillRect/>
          </a:stretch>
        </p:blipFill>
        <p:spPr>
          <a:xfrm>
            <a:off x="2585036" y="6478829"/>
            <a:ext cx="9326880" cy="118101"/>
          </a:xfrm>
          <a:prstGeom prst="rect">
            <a:avLst/>
          </a:prstGeom>
        </p:spPr>
      </p:pic>
      <p:sp>
        <p:nvSpPr>
          <p:cNvPr id="5" name="Slide Number Placeholder 5">
            <a:extLst>
              <a:ext uri="{FF2B5EF4-FFF2-40B4-BE49-F238E27FC236}">
                <a16:creationId xmlns:a16="http://schemas.microsoft.com/office/drawing/2014/main" id="{509D78DE-4DE3-2990-85E4-786FD52314B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82A8D337-520D-D86F-59BE-49A69B9FFC61}"/>
              </a:ext>
            </a:extLst>
          </p:cNvPr>
          <p:cNvSpPr/>
          <p:nvPr userDrawn="1"/>
        </p:nvSpPr>
        <p:spPr>
          <a:xfrm>
            <a:off x="159150" y="6474525"/>
            <a:ext cx="653867" cy="298450"/>
          </a:xfrm>
          <a:prstGeom prst="rect">
            <a:avLst/>
          </a:prstGeom>
          <a:solidFill>
            <a:srgbClr val="27A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grpSp>
        <p:nvGrpSpPr>
          <p:cNvPr id="7" name="Group 6">
            <a:extLst>
              <a:ext uri="{FF2B5EF4-FFF2-40B4-BE49-F238E27FC236}">
                <a16:creationId xmlns:a16="http://schemas.microsoft.com/office/drawing/2014/main" id="{4674FC1A-E55F-C03B-647D-62C9D227489C}"/>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0AF77203-FB16-225E-E2AD-E6F5BFB29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59832108-B491-0ED9-0209-DCDB4B879444}"/>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27" name="TextBox 26">
            <a:extLst>
              <a:ext uri="{FF2B5EF4-FFF2-40B4-BE49-F238E27FC236}">
                <a16:creationId xmlns:a16="http://schemas.microsoft.com/office/drawing/2014/main" id="{BE3B44A9-629A-9AFC-6A18-1288714D7213}"/>
              </a:ext>
            </a:extLst>
          </p:cNvPr>
          <p:cNvSpPr txBox="1"/>
          <p:nvPr userDrawn="1"/>
        </p:nvSpPr>
        <p:spPr>
          <a:xfrm>
            <a:off x="10529596" y="6467840"/>
            <a:ext cx="1483098"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8" name="Date Placeholder 3">
            <a:extLst>
              <a:ext uri="{FF2B5EF4-FFF2-40B4-BE49-F238E27FC236}">
                <a16:creationId xmlns:a16="http://schemas.microsoft.com/office/drawing/2014/main" id="{47E8952C-C96D-E1CF-68EF-C321F55822F3}"/>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11/28/2025</a:t>
            </a:fld>
            <a:endParaRPr lang="en-US"/>
          </a:p>
        </p:txBody>
      </p:sp>
      <p:sp>
        <p:nvSpPr>
          <p:cNvPr id="29" name="Footer Placeholder 4">
            <a:extLst>
              <a:ext uri="{FF2B5EF4-FFF2-40B4-BE49-F238E27FC236}">
                <a16:creationId xmlns:a16="http://schemas.microsoft.com/office/drawing/2014/main" id="{A43BEA4F-EC22-DCD8-2D07-6E96C6A77DC4}"/>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15865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1000"/>
                                        <p:tgtEl>
                                          <p:spTgt spid="20">
                                            <p:txEl>
                                              <p:pRg st="0" end="0"/>
                                            </p:txEl>
                                          </p:spTgt>
                                        </p:tgtEl>
                                      </p:cBhvr>
                                    </p:animEffect>
                                    <p:anim calcmode="lin" valueType="num">
                                      <p:cBhvr>
                                        <p:cTn id="13"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0" presetClass="entr" presetSubtype="0"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edge">
                                      <p:cBhvr>
                                        <p:cTn id="18" dur="1250"/>
                                        <p:tgtEl>
                                          <p:spTgt spid="2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1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42"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1000"/>
                        <p:tgtEl>
                          <p:spTgt spid="20"/>
                        </p:tgtEl>
                      </p:cBhvr>
                    </p:animEffect>
                    <p:anim calcmode="lin" valueType="num">
                      <p:cBhvr>
                        <p:cTn dur="1000" fill="hold"/>
                        <p:tgtEl>
                          <p:spTgt spid="20"/>
                        </p:tgtEl>
                        <p:attrNameLst>
                          <p:attrName>ppt_x</p:attrName>
                        </p:attrNameLst>
                      </p:cBhvr>
                      <p:tavLst>
                        <p:tav tm="0">
                          <p:val>
                            <p:strVal val="#ppt_x"/>
                          </p:val>
                        </p:tav>
                        <p:tav tm="100000">
                          <p:val>
                            <p:strVal val="#ppt_x"/>
                          </p:val>
                        </p:tav>
                      </p:tavLst>
                    </p:anim>
                    <p:anim calcmode="lin" valueType="num">
                      <p:cBhvr>
                        <p:cTn dur="1000" fill="hold"/>
                        <p:tgtEl>
                          <p:spTgt spid="20"/>
                        </p:tgtEl>
                        <p:attrNameLst>
                          <p:attrName>ppt_y</p:attrName>
                        </p:attrNameLst>
                      </p:cBhvr>
                      <p:tavLst>
                        <p:tav tm="0">
                          <p:val>
                            <p:strVal val="#ppt_y+.1"/>
                          </p:val>
                        </p:tav>
                        <p:tav tm="100000">
                          <p:val>
                            <p:strVal val="#ppt_y"/>
                          </p:val>
                        </p:tav>
                      </p:tavLst>
                    </p:anim>
                  </p:childTnLst>
                </p:cTn>
              </p:par>
            </p:tnLst>
          </p:tmpl>
        </p:tmplLst>
      </p:bldP>
      <p:bldP spid="22" grpId="0" build="p">
        <p:tmplLst>
          <p:tmpl lvl="1">
            <p:tnLst>
              <p:par>
                <p:cTn presetID="22" presetClass="entr" presetSubtype="8"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1000"/>
                        <p:tgtEl>
                          <p:spTgt spid="22"/>
                        </p:tgtEl>
                      </p:cBhvr>
                    </p:animEffect>
                  </p:childTnLst>
                </p:cTn>
              </p:par>
            </p:tnLst>
          </p:tmpl>
        </p:tmplLst>
      </p:bldP>
      <p:bldP spid="2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hite Pure">
    <p:spTree>
      <p:nvGrpSpPr>
        <p:cNvPr id="1" name=""/>
        <p:cNvGrpSpPr/>
        <p:nvPr/>
      </p:nvGrpSpPr>
      <p:grpSpPr>
        <a:xfrm>
          <a:off x="0" y="0"/>
          <a:ext cx="0" cy="0"/>
          <a:chOff x="0" y="0"/>
          <a:chExt cx="0" cy="0"/>
        </a:xfrm>
      </p:grpSpPr>
      <p:sp>
        <p:nvSpPr>
          <p:cNvPr id="16" name="Title 1"/>
          <p:cNvSpPr>
            <a:spLocks noGrp="1"/>
          </p:cNvSpPr>
          <p:nvPr userDrawn="1">
            <p:ph type="ctrTitle" hasCustomPrompt="1"/>
          </p:nvPr>
        </p:nvSpPr>
        <p:spPr>
          <a:xfrm>
            <a:off x="1443567" y="1773238"/>
            <a:ext cx="10029565" cy="1655762"/>
          </a:xfrm>
        </p:spPr>
        <p:txBody>
          <a:bodyPr anchor="b" anchorCtr="0">
            <a:noAutofit/>
          </a:bodyPr>
          <a:lstStyle>
            <a:lvl1pPr algn="l">
              <a:defRPr sz="4000" b="1" baseline="0">
                <a:solidFill>
                  <a:srgbClr val="1F5CA9"/>
                </a:solidFill>
                <a:latin typeface="K2D" panose="00000500000000000000" pitchFamily="2" charset="-34"/>
              </a:defRPr>
            </a:lvl1pPr>
          </a:lstStyle>
          <a:p>
            <a:r>
              <a:rPr lang="en-US"/>
              <a:t>Tiêu đề chính</a:t>
            </a:r>
            <a:endParaRPr lang="en-US" dirty="0"/>
          </a:p>
        </p:txBody>
      </p:sp>
      <p:sp>
        <p:nvSpPr>
          <p:cNvPr id="18" name="Subtitle 2"/>
          <p:cNvSpPr>
            <a:spLocks noGrp="1"/>
          </p:cNvSpPr>
          <p:nvPr userDrawn="1">
            <p:ph type="subTitle" idx="1" hasCustomPrompt="1"/>
          </p:nvPr>
        </p:nvSpPr>
        <p:spPr>
          <a:xfrm>
            <a:off x="1443566" y="3428999"/>
            <a:ext cx="10029565" cy="796491"/>
          </a:xfrm>
        </p:spPr>
        <p:txBody>
          <a:bodyPr anchor="t" anchorCtr="0">
            <a:normAutofit/>
          </a:bodyPr>
          <a:lstStyle>
            <a:lvl1pPr marL="0" indent="0" algn="l">
              <a:buNone/>
              <a:defRPr sz="3200" baseline="0">
                <a:solidFill>
                  <a:srgbClr val="00AFEF"/>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30" name="Picture 2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1466" y="2942152"/>
            <a:ext cx="292100" cy="292100"/>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23CFF9A2-77A5-DDEE-8CD5-81FBB071FF6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0E020D5-F981-3E97-FE5E-ADF3F5D5D67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E6F97B9-1D92-F527-C77C-03A8413842F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E461B76C-9BE8-353C-CE4F-D68CC621DEA4}"/>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BD53315-09D7-5756-C6C6-55FFDDCFE138}"/>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A79C1E-4CE5-9C79-D05A-E661FD9C1020}"/>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17A207F-A3E9-4918-9A39-6AFD5C75AE2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41CAD55-C718-D746-6C4B-AC27D7F9E3C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5652AF38-7C96-9660-E7DF-32022B504063}"/>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998B8E65-85EA-EDA7-0D26-FAB09CE576A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E6AC2544-66BB-6379-48DA-83F16247F12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69849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Blue Background">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hasCustomPrompt="1"/>
          </p:nvPr>
        </p:nvSpPr>
        <p:spPr>
          <a:xfrm>
            <a:off x="1443567" y="1773238"/>
            <a:ext cx="10029565" cy="1655762"/>
          </a:xfrm>
        </p:spPr>
        <p:txBody>
          <a:bodyPr anchor="b" anchorCtr="0">
            <a:noAutofit/>
          </a:bodyPr>
          <a:lstStyle>
            <a:lvl1pPr algn="l">
              <a:defRPr sz="4000" b="1" baseline="0">
                <a:solidFill>
                  <a:schemeClr val="bg1"/>
                </a:solidFill>
                <a:latin typeface="K2D" panose="00000500000000000000" pitchFamily="2" charset="-34"/>
              </a:defRPr>
            </a:lvl1pPr>
          </a:lstStyle>
          <a:p>
            <a:r>
              <a:rPr lang="en-US"/>
              <a:t>Tiêu đề chính</a:t>
            </a:r>
            <a:endParaRPr lang="en-US" dirty="0"/>
          </a:p>
        </p:txBody>
      </p:sp>
      <p:sp>
        <p:nvSpPr>
          <p:cNvPr id="20" name="Subtitle 2"/>
          <p:cNvSpPr>
            <a:spLocks noGrp="1"/>
          </p:cNvSpPr>
          <p:nvPr>
            <p:ph type="subTitle" idx="1" hasCustomPrompt="1"/>
          </p:nvPr>
        </p:nvSpPr>
        <p:spPr>
          <a:xfrm>
            <a:off x="1443566" y="3428999"/>
            <a:ext cx="10029565" cy="796491"/>
          </a:xfrm>
        </p:spPr>
        <p:txBody>
          <a:bodyPr anchor="t" anchorCtr="0">
            <a:normAutofit/>
          </a:bodyPr>
          <a:lstStyle>
            <a:lvl1pPr marL="0" indent="0" algn="l">
              <a:buNone/>
              <a:defRPr sz="3200" baseline="0">
                <a:solidFill>
                  <a:schemeClr val="bg1"/>
                </a:solidFill>
                <a:latin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Tiêu đề phụ</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9066" y="2914650"/>
            <a:ext cx="364657" cy="364657"/>
          </a:xfrm>
          <a:prstGeom prst="rect">
            <a:avLst/>
          </a:prstGeom>
        </p:spPr>
      </p:pic>
      <p:grpSp>
        <p:nvGrpSpPr>
          <p:cNvPr id="2" name="Group 1">
            <a:extLst>
              <a:ext uri="{FF2B5EF4-FFF2-40B4-BE49-F238E27FC236}">
                <a16:creationId xmlns:a16="http://schemas.microsoft.com/office/drawing/2014/main" id="{D0407ADE-1691-B221-3DBE-A0668F67DFAD}"/>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D34C1E1A-F6EE-479B-62C5-AAA2AF44D763}"/>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0CF4A6C1-BB6F-E2E1-2B44-FAD2A1B1382F}"/>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C836B12-C2E7-7458-8EEF-C0E54C0712FC}"/>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702B1A35-3625-44F2-B450-96259B3697C6}"/>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7" name="Slide Number Placeholder 5">
            <a:extLst>
              <a:ext uri="{FF2B5EF4-FFF2-40B4-BE49-F238E27FC236}">
                <a16:creationId xmlns:a16="http://schemas.microsoft.com/office/drawing/2014/main" id="{DE497A08-099F-1B3E-194B-4232B1D060A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8" name="Rectangle 7">
            <a:extLst>
              <a:ext uri="{FF2B5EF4-FFF2-40B4-BE49-F238E27FC236}">
                <a16:creationId xmlns:a16="http://schemas.microsoft.com/office/drawing/2014/main" id="{3D5BAB25-FCB5-FAAB-5765-8D4ACA9B26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9" name="Rectangle 8">
            <a:extLst>
              <a:ext uri="{FF2B5EF4-FFF2-40B4-BE49-F238E27FC236}">
                <a16:creationId xmlns:a16="http://schemas.microsoft.com/office/drawing/2014/main" id="{9B09F01B-7545-EE0B-CCDB-EA38604EB38F}"/>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0B09E43-1817-D52E-1B93-2D03B69FBBF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340A8E4-7C5F-7F57-1FD7-2B62EB3A0CA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1401AA1-7975-3594-DC27-3B15A19D2BF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786A1549-5E94-2A55-30E3-4C7A2D1E807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4" name="TextBox 13">
            <a:extLst>
              <a:ext uri="{FF2B5EF4-FFF2-40B4-BE49-F238E27FC236}">
                <a16:creationId xmlns:a16="http://schemas.microsoft.com/office/drawing/2014/main" id="{4698C5B0-03A7-5383-3EC8-3710BCD5581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22" name="Date Placeholder 3">
            <a:extLst>
              <a:ext uri="{FF2B5EF4-FFF2-40B4-BE49-F238E27FC236}">
                <a16:creationId xmlns:a16="http://schemas.microsoft.com/office/drawing/2014/main" id="{EE419B5B-7A9D-F950-9502-52863B417140}"/>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11/28/2025</a:t>
            </a:fld>
            <a:endParaRPr lang="en-US"/>
          </a:p>
        </p:txBody>
      </p:sp>
      <p:sp>
        <p:nvSpPr>
          <p:cNvPr id="23" name="Footer Placeholder 4">
            <a:extLst>
              <a:ext uri="{FF2B5EF4-FFF2-40B4-BE49-F238E27FC236}">
                <a16:creationId xmlns:a16="http://schemas.microsoft.com/office/drawing/2014/main" id="{04DAFEAD-AB29-262E-41C9-C3201759FA1A}"/>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405044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animEffect transition="in" filter="wipe(left)">
                                      <p:cBhvr>
                                        <p:cTn id="11"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build="p">
        <p:tmplLst>
          <p:tmpl lvl="1">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25" name="Picture 2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9DEB5E8B-9D80-CFB1-EDED-87ECE2CB2B8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85F6291E-292F-647B-E93F-CCF3BD97EF4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F972A86A-A3D6-70DE-0206-BB773A44427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AF733AF-6C3E-C1DE-BF08-4108C35CB05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CAB7700C-E55C-27FB-89BF-E9B044E9EC33}"/>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A9A2E08-C471-6D85-4D71-8B7583F204F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A08275F7-17A7-2357-D01F-B5A5E3884CF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BBC96F8B-987B-47C3-DC48-3B2EC5C98BF8}"/>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AB7A3534-0713-475D-C6A5-307770CE20B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7EB70784-4611-F5A4-7D58-DD378AF3F6A9}"/>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4" name="Footer Placeholder 4">
            <a:extLst>
              <a:ext uri="{FF2B5EF4-FFF2-40B4-BE49-F238E27FC236}">
                <a16:creationId xmlns:a16="http://schemas.microsoft.com/office/drawing/2014/main" id="{87628174-E628-DF34-7A10-83FDFC5D11E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94613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52005"/>
            <a:ext cx="10515600" cy="1325563"/>
          </a:xfrm>
        </p:spPr>
        <p:txBody>
          <a:bodyPr>
            <a:normAutofit/>
          </a:bodyPr>
          <a:lstStyle>
            <a:lvl1pPr>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3" name="Content Placeholder 2"/>
          <p:cNvSpPr>
            <a:spLocks noGrp="1"/>
          </p:cNvSpPr>
          <p:nvPr>
            <p:ph idx="1" hasCustomPrompt="1"/>
          </p:nvPr>
        </p:nvSpPr>
        <p:spPr/>
        <p:txBody>
          <a:bodyPr>
            <a:normAutofit/>
          </a:bodyPr>
          <a:lstStyle>
            <a:lvl1pPr marL="0" indent="0" algn="just">
              <a:lnSpc>
                <a:spcPct val="100000"/>
              </a:lnSpc>
              <a:spcBef>
                <a:spcPts val="1200"/>
              </a:spcBef>
              <a:buNone/>
              <a:defRPr sz="2400">
                <a:latin typeface="Readex Pro" pitchFamily="2" charset="-78"/>
                <a:cs typeface="Readex Pro" pitchFamily="2" charset="-78"/>
              </a:defRPr>
            </a:lvl1pPr>
            <a:lvl2pPr marL="457200" indent="0" algn="just">
              <a:lnSpc>
                <a:spcPct val="100000"/>
              </a:lnSpc>
              <a:buNone/>
              <a:defRPr sz="2400">
                <a:latin typeface="Readex Pro" pitchFamily="2" charset="-78"/>
                <a:cs typeface="Readex Pro" pitchFamily="2" charset="-78"/>
              </a:defRPr>
            </a:lvl2pPr>
            <a:lvl3pPr marL="914400" indent="0" algn="just">
              <a:lnSpc>
                <a:spcPct val="100000"/>
              </a:lnSpc>
              <a:buNone/>
              <a:defRPr sz="2000">
                <a:latin typeface="Readex Pro" pitchFamily="2" charset="-78"/>
                <a:cs typeface="Readex Pro" pitchFamily="2" charset="-78"/>
              </a:defRPr>
            </a:lvl3pPr>
            <a:lvl4pPr marL="1371600" indent="0" algn="just">
              <a:lnSpc>
                <a:spcPct val="100000"/>
              </a:lnSpc>
              <a:buNone/>
              <a:defRPr sz="1800">
                <a:latin typeface="Readex Pro" pitchFamily="2" charset="-78"/>
                <a:cs typeface="Readex Pro" pitchFamily="2" charset="-78"/>
              </a:defRPr>
            </a:lvl4pPr>
            <a:lvl5pPr marL="1828800" indent="0" algn="just">
              <a:lnSpc>
                <a:spcPct val="100000"/>
              </a:lnSpc>
              <a:buNone/>
              <a:defRPr sz="1800">
                <a:latin typeface="Readex Pro" pitchFamily="2" charset="-78"/>
                <a:cs typeface="Readex Pro" pitchFamily="2" charset="-78"/>
              </a:defRPr>
            </a:lvl5pPr>
          </a:lstStyle>
          <a:p>
            <a:pPr lvl="0"/>
            <a:r>
              <a:rPr lang="en-US"/>
              <a:t>Nội dung</a:t>
            </a:r>
            <a:endParaRPr lang="en-US" dirty="0"/>
          </a:p>
        </p:txBody>
      </p:sp>
      <p:pic>
        <p:nvPicPr>
          <p:cNvPr id="13" name="Picture 12">
            <a:extLst>
              <a:ext uri="{FF2B5EF4-FFF2-40B4-BE49-F238E27FC236}">
                <a16:creationId xmlns:a16="http://schemas.microsoft.com/office/drawing/2014/main" id="{16CEE1D6-0A80-8A7D-310B-2F6B434F47E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5" name="Picture 2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20" name="Picture 19"/>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CC110D58-C7C9-AD78-555F-33E02058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AB81B152-BF7B-A150-5A99-2B451EC38D47}"/>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5D759768-9879-1B7A-B5FA-0DCEFE74D51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A3889155-4A4A-8DED-164F-8A56C00B8F9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5096035-4D5E-EF98-4374-6099861A66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8792706-2488-D26C-C54B-F6881C86D05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F36761B-1C8C-2A9C-97D2-FD722A844AE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EBA4366D-2C0B-5E27-DC28-A877427191A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82538E5B-E5A0-69DD-94F0-C506BC4743B8}"/>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709C7B13-13FD-9548-48BE-5821DF0AAE0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5" name="Footer Placeholder 4">
            <a:extLst>
              <a:ext uri="{FF2B5EF4-FFF2-40B4-BE49-F238E27FC236}">
                <a16:creationId xmlns:a16="http://schemas.microsoft.com/office/drawing/2014/main" id="{2283063C-B225-E607-FC11-4C67B227314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88158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Left - Placeholder Righ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B71F910-DD42-8802-386F-AA27E891E30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514350" y="1125114"/>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514348" y="2885650"/>
            <a:ext cx="4467229" cy="224454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 </a:t>
            </a:r>
            <a:endParaRPr lang="en-US" dirty="0"/>
          </a:p>
        </p:txBody>
      </p:sp>
      <p:sp>
        <p:nvSpPr>
          <p:cNvPr id="19" name="Content Placeholder 9"/>
          <p:cNvSpPr>
            <a:spLocks noGrp="1"/>
          </p:cNvSpPr>
          <p:nvPr userDrawn="1">
            <p:ph sz="quarter" idx="12" hasCustomPrompt="1"/>
          </p:nvPr>
        </p:nvSpPr>
        <p:spPr>
          <a:xfrm>
            <a:off x="5667375" y="1125114"/>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0" name="Picture 19"/>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8E269295-E313-A799-7125-41D39E39DAF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F4B895D-114D-C9C2-A547-220F39E95B3A}"/>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9B61B30F-7B6D-78FB-BD6E-E34AD607BE5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227F6DF5-10A9-DC42-E1E9-D1FA91D6BB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71959BFF-8A0A-B338-A74E-37D7F5CED4DF}"/>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AE9E1AD-2113-53D7-8783-10A60D93296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FE1424EB-91CE-59BF-400F-9BCF3A182E6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A299800F-88A1-1EF2-673A-E19EDD4D12A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2DFA7C85-7A63-3F94-A6E0-51FBFB0A621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39E5B1EA-BE1C-22C4-8140-1FF7F085C8B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23F5244F-399D-4048-0258-1C4D4345FF9B}"/>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419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ceholder Left - Title Right ">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036A66E2-7787-687B-3553-97FAF9109CAB}"/>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6" name="Title 1"/>
          <p:cNvSpPr>
            <a:spLocks noGrp="1"/>
          </p:cNvSpPr>
          <p:nvPr userDrawn="1">
            <p:ph type="ctrTitle" hasCustomPrompt="1"/>
          </p:nvPr>
        </p:nvSpPr>
        <p:spPr>
          <a:xfrm>
            <a:off x="6737350" y="1332588"/>
            <a:ext cx="446722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userDrawn="1">
            <p:ph type="subTitle" idx="1" hasCustomPrompt="1"/>
          </p:nvPr>
        </p:nvSpPr>
        <p:spPr>
          <a:xfrm>
            <a:off x="6737348" y="3093124"/>
            <a:ext cx="4467229" cy="2192339"/>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9" name="Content Placeholder 9"/>
          <p:cNvSpPr>
            <a:spLocks noGrp="1"/>
          </p:cNvSpPr>
          <p:nvPr userDrawn="1">
            <p:ph sz="quarter" idx="12" hasCustomPrompt="1"/>
          </p:nvPr>
        </p:nvSpPr>
        <p:spPr>
          <a:xfrm>
            <a:off x="624706" y="1332588"/>
            <a:ext cx="5381626" cy="3952875"/>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17" name="Picture 16"/>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D473B34E-C5A1-D7E2-C692-BFBE5EBD6A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0C1CFE12-2689-2DB3-6CB8-E6D662CAE886}"/>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06B0CF2-5878-8045-7665-76673B4F71AB}"/>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46C447DE-39C2-0CF7-466F-6F936D0397D6}"/>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6BB166D7-5532-DFCC-4719-A557C504B8F3}"/>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B618045-F14E-9F31-0FA0-0532F46BF46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AF28839-2BBD-09C4-84D8-C7BD82D44B55}"/>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BCD9E80B-3CE1-773E-29BB-8B95E6D4543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ACA3E05-765A-20DC-76C7-1BB18527C022}"/>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D2971456-C6D4-0F38-6B9E-1F35DDA6E4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C3720CF9-36DD-EAE0-4DFF-B34E1D72560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4209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3" name="Picture Placeholder 2"/>
          <p:cNvSpPr>
            <a:spLocks noGrp="1"/>
          </p:cNvSpPr>
          <p:nvPr>
            <p:ph type="pic" sz="quarter" idx="12" hasCustomPrompt="1"/>
          </p:nvPr>
        </p:nvSpPr>
        <p:spPr>
          <a:xfrm>
            <a:off x="0" y="0"/>
            <a:ext cx="4787900" cy="6858000"/>
          </a:xfrm>
        </p:spPr>
        <p:txBody>
          <a:bodyPr anchor="ctr" anchorCtr="0"/>
          <a:lstStyle>
            <a:lvl1pPr marL="0" indent="0" algn="ctr">
              <a:buNone/>
              <a:defRPr/>
            </a:lvl1pPr>
          </a:lstStyle>
          <a:p>
            <a:r>
              <a:rPr lang="en-US"/>
              <a:t>Chèn ảnh</a:t>
            </a:r>
          </a:p>
        </p:txBody>
      </p:sp>
      <p:sp>
        <p:nvSpPr>
          <p:cNvPr id="16" name="Title 1"/>
          <p:cNvSpPr>
            <a:spLocks noGrp="1"/>
          </p:cNvSpPr>
          <p:nvPr>
            <p:ph type="ctrTitle" hasCustomPrompt="1"/>
          </p:nvPr>
        </p:nvSpPr>
        <p:spPr>
          <a:xfrm>
            <a:off x="5626100" y="1109534"/>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626098" y="2870070"/>
            <a:ext cx="5959480" cy="2502381"/>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17" name="Rectangle 16"/>
          <p:cNvSpPr/>
          <p:nvPr userDrawn="1"/>
        </p:nvSpPr>
        <p:spPr>
          <a:xfrm>
            <a:off x="4787899" y="0"/>
            <a:ext cx="116779" cy="685800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5106" y="241300"/>
            <a:ext cx="292100" cy="292100"/>
          </a:xfrm>
          <a:prstGeom prst="rect">
            <a:avLst/>
          </a:prstGeom>
        </p:spPr>
      </p:pic>
      <p:pic>
        <p:nvPicPr>
          <p:cNvPr id="22" name="Picture 21"/>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7666FBEF-96D4-A728-F979-1B9E3C584618}"/>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68E8E8DD-CE54-0055-2BF7-151D57DF8BD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D272301E-8D74-6168-3E37-23F22C232E8A}"/>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1E1F16EF-BF90-0E2D-8C37-9F7F65B32C5A}"/>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24C6974A-DD6E-7CB5-8FD4-600450267DC0}"/>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56196367-A723-A537-EB98-81ACB69748F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E466BEA6-14C4-AF23-E4A2-9D451D536F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C8362F22-F1FE-F284-D164-71325E2FE29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C52A85AC-B7B7-482A-12B3-980D59815FD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BF6D7656-F800-D94D-225F-EDD31055092D}"/>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3" name="Footer Placeholder 4">
            <a:extLst>
              <a:ext uri="{FF2B5EF4-FFF2-40B4-BE49-F238E27FC236}">
                <a16:creationId xmlns:a16="http://schemas.microsoft.com/office/drawing/2014/main" id="{7D4C748E-C498-F3D1-FA1A-8DE0452D33B4}"/>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5093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Left">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9E864A0-20A2-BDEB-4706-A5E83DDFA48B}"/>
              </a:ext>
            </a:extLst>
          </p:cNvPr>
          <p:cNvPicPr>
            <a:picLocks noChangeAspect="1"/>
          </p:cNvPicPr>
          <p:nvPr userDrawn="1"/>
        </p:nvPicPr>
        <p:blipFill>
          <a:blip r:embed="rId2">
            <a:duotone>
              <a:schemeClr val="bg2">
                <a:shade val="45000"/>
                <a:satMod val="135000"/>
              </a:schemeClr>
              <a:prstClr val="white"/>
            </a:duotone>
          </a:blip>
          <a:stretch>
            <a:fillRect/>
          </a:stretch>
        </p:blipFill>
        <p:spPr>
          <a:xfrm rot="2700000">
            <a:off x="781863" y="1310095"/>
            <a:ext cx="3916148" cy="3910374"/>
          </a:xfrm>
          <a:prstGeom prst="rect">
            <a:avLst/>
          </a:prstGeom>
        </p:spPr>
      </p:pic>
      <p:sp>
        <p:nvSpPr>
          <p:cNvPr id="16" name="Title 1"/>
          <p:cNvSpPr>
            <a:spLocks noGrp="1"/>
          </p:cNvSpPr>
          <p:nvPr>
            <p:ph type="ctrTitle" hasCustomPrompt="1"/>
          </p:nvPr>
        </p:nvSpPr>
        <p:spPr>
          <a:xfrm>
            <a:off x="5575300" y="769938"/>
            <a:ext cx="5959476" cy="1655762"/>
          </a:xfrm>
        </p:spPr>
        <p:txBody>
          <a:bodyPr anchor="b" anchorCtr="0">
            <a:noAutofit/>
          </a:bodyPr>
          <a:lstStyle>
            <a:lvl1pPr algn="l">
              <a:defRPr lang="en-US" sz="3600" b="1" kern="1200" baseline="0" dirty="0" smtClean="0">
                <a:solidFill>
                  <a:srgbClr val="0070C0"/>
                </a:solidFill>
                <a:latin typeface="K2D" panose="00000500000000000000" pitchFamily="2" charset="-34"/>
                <a:ea typeface="+mj-ea"/>
                <a:cs typeface="+mj-cs"/>
              </a:defRPr>
            </a:lvl1pPr>
          </a:lstStyle>
          <a:p>
            <a:r>
              <a:rPr lang="en-US"/>
              <a:t>Tiêu đề</a:t>
            </a:r>
            <a:endParaRPr lang="en-US" dirty="0"/>
          </a:p>
        </p:txBody>
      </p:sp>
      <p:sp>
        <p:nvSpPr>
          <p:cNvPr id="18" name="Subtitle 2"/>
          <p:cNvSpPr>
            <a:spLocks noGrp="1"/>
          </p:cNvSpPr>
          <p:nvPr>
            <p:ph type="subTitle" idx="1" hasCustomPrompt="1"/>
          </p:nvPr>
        </p:nvSpPr>
        <p:spPr>
          <a:xfrm>
            <a:off x="5575298" y="2530474"/>
            <a:ext cx="5959480" cy="3550350"/>
          </a:xfrm>
        </p:spPr>
        <p:txBody>
          <a:bodyPr anchor="t" anchorCtr="0">
            <a:noAutofit/>
          </a:bodyPr>
          <a:lstStyle>
            <a:lvl1pPr marL="0" indent="0" algn="just">
              <a:lnSpc>
                <a:spcPct val="100000"/>
              </a:lnSpc>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22" name="Picture 21"/>
          <p:cNvPicPr>
            <a:picLocks noChangeAspect="1"/>
          </p:cNvPicPr>
          <p:nvPr userDrawn="1"/>
        </p:nvPicPr>
        <p:blipFill>
          <a:blip r:embed="rId2"/>
          <a:stretch>
            <a:fillRect/>
          </a:stretch>
        </p:blipFill>
        <p:spPr>
          <a:xfrm>
            <a:off x="11987783" y="93587"/>
            <a:ext cx="107165" cy="107007"/>
          </a:xfrm>
          <a:prstGeom prst="rect">
            <a:avLst/>
          </a:prstGeom>
        </p:spPr>
      </p:pic>
      <p:sp>
        <p:nvSpPr>
          <p:cNvPr id="23" name="Picture Placeholder 22">
            <a:extLst>
              <a:ext uri="{FF2B5EF4-FFF2-40B4-BE49-F238E27FC236}">
                <a16:creationId xmlns:a16="http://schemas.microsoft.com/office/drawing/2014/main" id="{8A90EEE0-CD8C-2ACB-25F9-50BB8997F9B6}"/>
              </a:ext>
            </a:extLst>
          </p:cNvPr>
          <p:cNvSpPr>
            <a:spLocks noGrp="1"/>
          </p:cNvSpPr>
          <p:nvPr>
            <p:ph type="pic" sz="quarter" idx="12" hasCustomPrompt="1"/>
          </p:nvPr>
        </p:nvSpPr>
        <p:spPr>
          <a:xfrm>
            <a:off x="438976" y="127568"/>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4" name="Picture Placeholder 22">
            <a:extLst>
              <a:ext uri="{FF2B5EF4-FFF2-40B4-BE49-F238E27FC236}">
                <a16:creationId xmlns:a16="http://schemas.microsoft.com/office/drawing/2014/main" id="{DDDAF3A5-8C80-403E-4204-D45A798228F3}"/>
              </a:ext>
            </a:extLst>
          </p:cNvPr>
          <p:cNvSpPr>
            <a:spLocks noGrp="1"/>
          </p:cNvSpPr>
          <p:nvPr>
            <p:ph type="pic" sz="quarter" idx="13" hasCustomPrompt="1"/>
          </p:nvPr>
        </p:nvSpPr>
        <p:spPr>
          <a:xfrm>
            <a:off x="438976" y="3365543"/>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sp>
        <p:nvSpPr>
          <p:cNvPr id="25" name="Picture Placeholder 22">
            <a:extLst>
              <a:ext uri="{FF2B5EF4-FFF2-40B4-BE49-F238E27FC236}">
                <a16:creationId xmlns:a16="http://schemas.microsoft.com/office/drawing/2014/main" id="{1442A5B8-CFC4-5FD2-2AD5-A6E2BE31C3D6}"/>
              </a:ext>
            </a:extLst>
          </p:cNvPr>
          <p:cNvSpPr>
            <a:spLocks noGrp="1"/>
          </p:cNvSpPr>
          <p:nvPr>
            <p:ph type="pic" sz="quarter" idx="14" hasCustomPrompt="1"/>
          </p:nvPr>
        </p:nvSpPr>
        <p:spPr>
          <a:xfrm>
            <a:off x="2032811" y="1752381"/>
            <a:ext cx="2971800" cy="2971800"/>
          </a:xfrm>
          <a:prstGeom prst="diamond">
            <a:avLst/>
          </a:prstGeom>
          <a:ln>
            <a:noFill/>
          </a:ln>
        </p:spPr>
        <p:txBody>
          <a:bodyPr anchor="ctr" anchorCtr="0">
            <a:normAutofit/>
          </a:bodyPr>
          <a:lstStyle>
            <a:lvl1pPr marL="0" indent="0" algn="ctr">
              <a:buNone/>
              <a:defRPr sz="2400"/>
            </a:lvl1pPr>
          </a:lstStyle>
          <a:p>
            <a:r>
              <a:rPr lang="en-US"/>
              <a:t>Chèn ảnh</a:t>
            </a:r>
          </a:p>
        </p:txBody>
      </p:sp>
      <p:pic>
        <p:nvPicPr>
          <p:cNvPr id="26" name="Picture 25">
            <a:extLst>
              <a:ext uri="{FF2B5EF4-FFF2-40B4-BE49-F238E27FC236}">
                <a16:creationId xmlns:a16="http://schemas.microsoft.com/office/drawing/2014/main" id="{18BE5A7E-5F20-6A38-5D19-14DA476864C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2776" y="2393663"/>
            <a:ext cx="1716960" cy="1717475"/>
          </a:xfrm>
          <a:prstGeom prst="rect">
            <a:avLst/>
          </a:prstGeom>
        </p:spPr>
      </p:pic>
      <p:sp>
        <p:nvSpPr>
          <p:cNvPr id="2" name="Slide Number Placeholder 5">
            <a:extLst>
              <a:ext uri="{FF2B5EF4-FFF2-40B4-BE49-F238E27FC236}">
                <a16:creationId xmlns:a16="http://schemas.microsoft.com/office/drawing/2014/main" id="{09D97C13-D91F-4682-B432-81FF1B14B49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2684DFD5-27A7-C363-7007-2DC193A3EAF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8316999E-E9FF-973E-7101-9B1C41997646}"/>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766026A7-B4F0-EAA7-6E24-26FFBCA763F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8FF0E9D6-6802-7688-2B57-6C08D5DA59C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6E658449-E3D8-FD81-A0DE-693514AECD38}"/>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33B45509-564D-FF36-7D23-E19C5706B85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034F2291-6314-C1AD-04AC-4C2F36AFBCE5}"/>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60D81222-A6F3-0F0F-54F8-3440A58FEE7D}"/>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15F7985F-5BDC-B2DF-EE61-A86912B6894F}"/>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3F3C7577-EE0C-2234-C1BF-DA9C643EE26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96541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ue Left">
    <p:spTree>
      <p:nvGrpSpPr>
        <p:cNvPr id="1" name=""/>
        <p:cNvGrpSpPr/>
        <p:nvPr/>
      </p:nvGrpSpPr>
      <p:grpSpPr>
        <a:xfrm>
          <a:off x="0" y="0"/>
          <a:ext cx="0" cy="0"/>
          <a:chOff x="0" y="0"/>
          <a:chExt cx="0" cy="0"/>
        </a:xfrm>
      </p:grpSpPr>
      <p:grpSp>
        <p:nvGrpSpPr>
          <p:cNvPr id="15" name="Group 14"/>
          <p:cNvGrpSpPr/>
          <p:nvPr userDrawn="1"/>
        </p:nvGrpSpPr>
        <p:grpSpPr>
          <a:xfrm>
            <a:off x="170156" y="134614"/>
            <a:ext cx="3918888" cy="6192390"/>
            <a:chOff x="125766" y="134614"/>
            <a:chExt cx="3918888" cy="6192390"/>
          </a:xfrm>
        </p:grpSpPr>
        <p:sp>
          <p:nvSpPr>
            <p:cNvPr id="16" name="Rectangle 15"/>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7" name="Rectangle 16"/>
            <p:cNvSpPr/>
            <p:nvPr userDrawn="1"/>
          </p:nvSpPr>
          <p:spPr>
            <a:xfrm>
              <a:off x="125766" y="134614"/>
              <a:ext cx="3918888" cy="5488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423332" y="2190750"/>
            <a:ext cx="3335867" cy="3761528"/>
          </a:xfrm>
        </p:spPr>
        <p:txBody>
          <a:bodyPr>
            <a:normAutofit/>
          </a:bodyPr>
          <a:lstStyle>
            <a:lvl1pPr marL="0" indent="0" algn="l">
              <a:lnSpc>
                <a:spcPct val="10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423333" y="481807"/>
            <a:ext cx="3335866" cy="1570038"/>
          </a:xfrm>
        </p:spPr>
        <p:txBody>
          <a:bodyPr anchor="b" anchorCtr="0">
            <a:noAutofit/>
          </a:bodyPr>
          <a:lstStyle>
            <a:lvl1pPr algn="l">
              <a:defRPr sz="2800" b="1">
                <a:solidFill>
                  <a:schemeClr val="bg1"/>
                </a:solidFill>
                <a:latin typeface="K2D" panose="00000500000000000000" pitchFamily="2" charset="-34"/>
              </a:defRPr>
            </a:lvl1pPr>
          </a:lstStyle>
          <a:p>
            <a:r>
              <a:rPr lang="en-US"/>
              <a:t>Tiêu đề</a:t>
            </a:r>
            <a:endParaRPr lang="en-US" dirty="0"/>
          </a:p>
        </p:txBody>
      </p:sp>
      <p:sp>
        <p:nvSpPr>
          <p:cNvPr id="10" name="Content Placeholder 9"/>
          <p:cNvSpPr>
            <a:spLocks noGrp="1"/>
          </p:cNvSpPr>
          <p:nvPr>
            <p:ph sz="quarter" idx="12" hasCustomPrompt="1"/>
          </p:nvPr>
        </p:nvSpPr>
        <p:spPr>
          <a:xfrm>
            <a:off x="4210050" y="1233577"/>
            <a:ext cx="7685088" cy="4882552"/>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57565" y="285479"/>
            <a:ext cx="457200" cy="457200"/>
          </a:xfrm>
          <a:prstGeom prst="rect">
            <a:avLst/>
          </a:prstGeom>
        </p:spPr>
      </p:pic>
      <p:pic>
        <p:nvPicPr>
          <p:cNvPr id="23" name="Picture 22"/>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555DA46C-D8B6-7CFC-66B8-7CB0661BDC5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C520D40A-2E3B-C7A9-C896-AB297CD1D502}"/>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90772D73-D33F-3CF1-F2EC-3AB49AB0A3E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C3B7BB71-C74C-F574-53FD-686AF1FFDDB1}"/>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D2F3CACD-6A80-FFA4-A1A8-D43F712955F4}"/>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FAEB09F-CD5E-7ADC-1B2F-8965E3D7128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1" name="TextBox 10">
              <a:extLst>
                <a:ext uri="{FF2B5EF4-FFF2-40B4-BE49-F238E27FC236}">
                  <a16:creationId xmlns:a16="http://schemas.microsoft.com/office/drawing/2014/main" id="{D6F64E0D-6262-6968-C324-91B0C29DAE2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2" name="TextBox 11">
            <a:extLst>
              <a:ext uri="{FF2B5EF4-FFF2-40B4-BE49-F238E27FC236}">
                <a16:creationId xmlns:a16="http://schemas.microsoft.com/office/drawing/2014/main" id="{46ACF565-7282-52D8-2F87-9979EB7D22E4}"/>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3" name="Picture 12">
            <a:extLst>
              <a:ext uri="{FF2B5EF4-FFF2-40B4-BE49-F238E27FC236}">
                <a16:creationId xmlns:a16="http://schemas.microsoft.com/office/drawing/2014/main" id="{F5EB52C3-46A3-8597-EB48-A059B972B6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4" name="Date Placeholder 3">
            <a:extLst>
              <a:ext uri="{FF2B5EF4-FFF2-40B4-BE49-F238E27FC236}">
                <a16:creationId xmlns:a16="http://schemas.microsoft.com/office/drawing/2014/main" id="{F417CD2D-3662-2AA5-03DA-B7DB71FD4D1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8" name="Footer Placeholder 4">
            <a:extLst>
              <a:ext uri="{FF2B5EF4-FFF2-40B4-BE49-F238E27FC236}">
                <a16:creationId xmlns:a16="http://schemas.microsoft.com/office/drawing/2014/main" id="{176764BE-F724-71A0-BE05-2D8CD35F4D5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75906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Top">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134613"/>
            <a:ext cx="11887228" cy="1965660"/>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6191250" y="465934"/>
            <a:ext cx="5229225" cy="1634339"/>
          </a:xfrm>
        </p:spPr>
        <p:txBody>
          <a:bodyPr wrap="square">
            <a:no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24705" y="3223632"/>
            <a:ext cx="4928369"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25089" y="438150"/>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24706" y="3062972"/>
            <a:ext cx="4591238" cy="106326"/>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9DE2B706-8307-6ED5-F877-389B0B297961}"/>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7069466" y="2644402"/>
            <a:ext cx="3453753" cy="3402396"/>
          </a:xfrm>
          <a:prstGeom prst="rect">
            <a:avLst/>
          </a:prstGeom>
        </p:spPr>
      </p:pic>
      <p:pic>
        <p:nvPicPr>
          <p:cNvPr id="37" name="Picture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53815" y="2177429"/>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A5B4C324-3C81-EE05-863B-0BFD10068AD0}"/>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7CC62863-B89C-435F-F151-714E85DDC0D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54D858D0-591A-DB7C-B0CF-EC5885EF6AA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91B9E2AA-8C7B-B434-371B-D07F8E42BC7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EE048CFE-B19B-7653-369A-1274DDC6A672}"/>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38B54DA6-059E-42E3-D2C2-7CC236D17F72}"/>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B478C257-C905-714F-8D36-7C4FEA7B101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7171E3B6-9344-8EA5-ECCC-B4E2DB489CB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EB4D2815-B553-E7E3-A420-642D631F8509}"/>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43C1B86-79CD-A2B3-901F-0E811E86B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7" name="Footer Placeholder 4">
            <a:extLst>
              <a:ext uri="{FF2B5EF4-FFF2-40B4-BE49-F238E27FC236}">
                <a16:creationId xmlns:a16="http://schemas.microsoft.com/office/drawing/2014/main" id="{01990695-EF78-6AB0-E960-0608F2EFCBD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2322556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Bottom">
    <p:bg>
      <p:bgPr>
        <a:solidFill>
          <a:schemeClr val="bg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152386" y="3979538"/>
            <a:ext cx="11887228" cy="2275212"/>
            <a:chOff x="125766" y="134611"/>
            <a:chExt cx="3918888" cy="6192393"/>
          </a:xfrm>
        </p:grpSpPr>
        <p:sp>
          <p:nvSpPr>
            <p:cNvPr id="8" name="Rectangle 7"/>
            <p:cNvSpPr/>
            <p:nvPr userDrawn="1"/>
          </p:nvSpPr>
          <p:spPr>
            <a:xfrm>
              <a:off x="125766" y="134614"/>
              <a:ext cx="3918888" cy="6192390"/>
            </a:xfrm>
            <a:prstGeom prst="rect">
              <a:avLst/>
            </a:prstGeom>
            <a:solidFill>
              <a:srgbClr val="1F5C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0" name="Rectangle 19"/>
            <p:cNvSpPr/>
            <p:nvPr userDrawn="1"/>
          </p:nvSpPr>
          <p:spPr>
            <a:xfrm>
              <a:off x="125766" y="134611"/>
              <a:ext cx="3918888" cy="124432"/>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sp>
        <p:nvSpPr>
          <p:cNvPr id="3" name="Subtitle 2"/>
          <p:cNvSpPr>
            <a:spLocks noGrp="1"/>
          </p:cNvSpPr>
          <p:nvPr>
            <p:ph type="subTitle" idx="1" hasCustomPrompt="1"/>
          </p:nvPr>
        </p:nvSpPr>
        <p:spPr>
          <a:xfrm>
            <a:off x="741485" y="4229011"/>
            <a:ext cx="5229225" cy="1634339"/>
          </a:xfrm>
        </p:spPr>
        <p:txBody>
          <a:bodyPr>
            <a:normAutofit/>
          </a:bodyPr>
          <a:lstStyle>
            <a:lvl1pPr marL="0" indent="0" algn="l">
              <a:lnSpc>
                <a:spcPct val="150000"/>
              </a:lnSpc>
              <a:buNone/>
              <a:defRPr sz="1600" b="0" i="0">
                <a:solidFill>
                  <a:schemeClr val="bg1"/>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Title 1"/>
          <p:cNvSpPr>
            <a:spLocks noGrp="1"/>
          </p:cNvSpPr>
          <p:nvPr>
            <p:ph type="ctrTitle" hasCustomPrompt="1"/>
          </p:nvPr>
        </p:nvSpPr>
        <p:spPr>
          <a:xfrm>
            <a:off x="6569891" y="811935"/>
            <a:ext cx="5229225" cy="1420849"/>
          </a:xfrm>
        </p:spPr>
        <p:txBody>
          <a:bodyPr anchor="b" anchorCtr="0">
            <a:noAutofit/>
          </a:bodyPr>
          <a:lstStyle>
            <a:lvl1pPr algn="l">
              <a:defRPr sz="2800" b="1">
                <a:solidFill>
                  <a:srgbClr val="1F5CA9"/>
                </a:solidFill>
                <a:latin typeface="K2D" panose="00000500000000000000" pitchFamily="2" charset="-34"/>
              </a:defRPr>
            </a:lvl1pPr>
          </a:lstStyle>
          <a:p>
            <a:r>
              <a:rPr lang="en-US"/>
              <a:t>Tiêu đề</a:t>
            </a:r>
            <a:endParaRPr lang="en-US" dirty="0"/>
          </a:p>
        </p:txBody>
      </p:sp>
      <p:sp>
        <p:nvSpPr>
          <p:cNvPr id="9" name="Picture Placeholder 8"/>
          <p:cNvSpPr>
            <a:spLocks noGrp="1"/>
          </p:cNvSpPr>
          <p:nvPr>
            <p:ph type="pic" sz="quarter" idx="12" hasCustomPrompt="1"/>
          </p:nvPr>
        </p:nvSpPr>
        <p:spPr>
          <a:xfrm>
            <a:off x="6720704" y="2860675"/>
            <a:ext cx="4927600" cy="2619375"/>
          </a:xfrm>
          <a:solidFill>
            <a:schemeClr val="bg1"/>
          </a:solidFill>
          <a:ln w="38100">
            <a:noFill/>
            <a:miter lim="800000"/>
          </a:ln>
        </p:spPr>
        <p:txBody>
          <a:bodyPr anchor="ctr" anchorCtr="0"/>
          <a:lstStyle>
            <a:lvl1pPr marL="0" indent="0" algn="ctr">
              <a:buNone/>
              <a:defRPr/>
            </a:lvl1pPr>
          </a:lstStyle>
          <a:p>
            <a:r>
              <a:rPr lang="en-US"/>
              <a:t>Chèn ảnh</a:t>
            </a:r>
          </a:p>
        </p:txBody>
      </p:sp>
      <p:sp>
        <p:nvSpPr>
          <p:cNvPr id="19" name="Rectangle 18"/>
          <p:cNvSpPr/>
          <p:nvPr userDrawn="1"/>
        </p:nvSpPr>
        <p:spPr>
          <a:xfrm>
            <a:off x="6720704" y="2772120"/>
            <a:ext cx="4928369" cy="88554"/>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1" name="Picture 20">
            <a:extLst>
              <a:ext uri="{FF2B5EF4-FFF2-40B4-BE49-F238E27FC236}">
                <a16:creationId xmlns:a16="http://schemas.microsoft.com/office/drawing/2014/main" id="{2CD997C6-547B-2702-8F85-89942F1AB17D}"/>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1183842" y="373388"/>
            <a:ext cx="3453753" cy="3402396"/>
          </a:xfrm>
          <a:prstGeom prst="rect">
            <a:avLst/>
          </a:prstGeom>
        </p:spPr>
      </p:pic>
      <p:pic>
        <p:nvPicPr>
          <p:cNvPr id="36" name="Picture 3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6200000">
            <a:off x="222467" y="3759764"/>
            <a:ext cx="457200" cy="457200"/>
          </a:xfrm>
          <a:prstGeom prst="rect">
            <a:avLst/>
          </a:prstGeom>
        </p:spPr>
      </p:pic>
      <p:pic>
        <p:nvPicPr>
          <p:cNvPr id="27" name="Picture 26"/>
          <p:cNvPicPr>
            <a:picLocks noChangeAspect="1"/>
          </p:cNvPicPr>
          <p:nvPr userDrawn="1"/>
        </p:nvPicPr>
        <p:blipFill>
          <a:blip r:embed="rId4"/>
          <a:stretch>
            <a:fillRect/>
          </a:stretch>
        </p:blipFill>
        <p:spPr>
          <a:xfrm>
            <a:off x="11987783" y="93587"/>
            <a:ext cx="107165" cy="107007"/>
          </a:xfrm>
          <a:prstGeom prst="rect">
            <a:avLst/>
          </a:prstGeom>
        </p:spPr>
      </p:pic>
      <p:sp>
        <p:nvSpPr>
          <p:cNvPr id="5" name="Slide Number Placeholder 5">
            <a:extLst>
              <a:ext uri="{FF2B5EF4-FFF2-40B4-BE49-F238E27FC236}">
                <a16:creationId xmlns:a16="http://schemas.microsoft.com/office/drawing/2014/main" id="{4AF876A1-6B11-6FF8-2D84-015F96056B1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6" name="Rectangle 5">
            <a:extLst>
              <a:ext uri="{FF2B5EF4-FFF2-40B4-BE49-F238E27FC236}">
                <a16:creationId xmlns:a16="http://schemas.microsoft.com/office/drawing/2014/main" id="{29CA6408-9D66-09C4-41AB-00CC1729D3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7" name="Rectangle 6">
            <a:extLst>
              <a:ext uri="{FF2B5EF4-FFF2-40B4-BE49-F238E27FC236}">
                <a16:creationId xmlns:a16="http://schemas.microsoft.com/office/drawing/2014/main" id="{1E0018DF-49AD-91F7-0DB0-C9BC1261979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0" name="Slide Number Placeholder 5">
            <a:extLst>
              <a:ext uri="{FF2B5EF4-FFF2-40B4-BE49-F238E27FC236}">
                <a16:creationId xmlns:a16="http://schemas.microsoft.com/office/drawing/2014/main" id="{A0C13370-E7EC-678E-BD5A-DB77AAE1330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1" name="Group 10">
            <a:extLst>
              <a:ext uri="{FF2B5EF4-FFF2-40B4-BE49-F238E27FC236}">
                <a16:creationId xmlns:a16="http://schemas.microsoft.com/office/drawing/2014/main" id="{84E15444-C65B-BCB2-0C08-2D44E08572BC}"/>
              </a:ext>
            </a:extLst>
          </p:cNvPr>
          <p:cNvGrpSpPr/>
          <p:nvPr userDrawn="1"/>
        </p:nvGrpSpPr>
        <p:grpSpPr>
          <a:xfrm>
            <a:off x="817685" y="6410864"/>
            <a:ext cx="2760487" cy="403790"/>
            <a:chOff x="741485" y="6410864"/>
            <a:chExt cx="2760487" cy="403790"/>
          </a:xfrm>
        </p:grpSpPr>
        <p:sp>
          <p:nvSpPr>
            <p:cNvPr id="12" name="TextBox 11">
              <a:extLst>
                <a:ext uri="{FF2B5EF4-FFF2-40B4-BE49-F238E27FC236}">
                  <a16:creationId xmlns:a16="http://schemas.microsoft.com/office/drawing/2014/main" id="{552101A3-77ED-E52F-5EB8-690B6987CDF4}"/>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97794B63-DFC9-1FBB-688F-B4BDE18353A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3970B167-68C8-83AC-0439-E32E52CA290E}"/>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D62CD55A-1C1C-F2FF-326E-E4EDF096096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2106D705-167D-4957-B052-389F58C3C7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7" name="Footer Placeholder 4">
            <a:extLst>
              <a:ext uri="{FF2B5EF4-FFF2-40B4-BE49-F238E27FC236}">
                <a16:creationId xmlns:a16="http://schemas.microsoft.com/office/drawing/2014/main" id="{4B50CB5C-9421-8092-B746-31E9C2FB3146}"/>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2394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ser Information">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2580549"/>
            <a:ext cx="12192000" cy="107901"/>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3" name="Subtitle 2"/>
          <p:cNvSpPr>
            <a:spLocks noGrp="1"/>
          </p:cNvSpPr>
          <p:nvPr>
            <p:ph type="subTitle" idx="1" hasCustomPrompt="1"/>
          </p:nvPr>
        </p:nvSpPr>
        <p:spPr>
          <a:xfrm>
            <a:off x="3501972" y="3856819"/>
            <a:ext cx="7445428" cy="2304603"/>
          </a:xfrm>
        </p:spPr>
        <p:txBody>
          <a:bodyPr>
            <a:normAutofit/>
          </a:bodyPr>
          <a:lstStyle>
            <a:lvl1pPr marL="0" indent="0" algn="l">
              <a:lnSpc>
                <a:spcPct val="100000"/>
              </a:lnSpc>
              <a:buNone/>
              <a:defRPr sz="1600" b="0" i="0">
                <a:solidFill>
                  <a:srgbClr val="000000"/>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Các thông tin cá nhân có liên quan</a:t>
            </a:r>
            <a:endParaRPr lang="en-US" dirty="0"/>
          </a:p>
        </p:txBody>
      </p:sp>
      <p:sp>
        <p:nvSpPr>
          <p:cNvPr id="2" name="Title 1"/>
          <p:cNvSpPr>
            <a:spLocks noGrp="1"/>
          </p:cNvSpPr>
          <p:nvPr>
            <p:ph type="ctrTitle" hasCustomPrompt="1"/>
          </p:nvPr>
        </p:nvSpPr>
        <p:spPr>
          <a:xfrm>
            <a:off x="3503437" y="2747660"/>
            <a:ext cx="7443963" cy="904404"/>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Nhấn vào để chỉnh sửa tên</a:t>
            </a:r>
            <a:endParaRPr lang="en-US" dirty="0"/>
          </a:p>
        </p:txBody>
      </p:sp>
      <p:sp>
        <p:nvSpPr>
          <p:cNvPr id="10" name="Picture Placeholder 9"/>
          <p:cNvSpPr>
            <a:spLocks noGrp="1"/>
          </p:cNvSpPr>
          <p:nvPr>
            <p:ph type="pic" sz="quarter" idx="13" hasCustomPrompt="1"/>
          </p:nvPr>
        </p:nvSpPr>
        <p:spPr>
          <a:xfrm>
            <a:off x="0" y="0"/>
            <a:ext cx="12192000" cy="2584938"/>
          </a:xfrm>
          <a:solidFill>
            <a:schemeClr val="bg1">
              <a:lumMod val="95000"/>
            </a:schemeClr>
          </a:solidFill>
        </p:spPr>
        <p:txBody>
          <a:bodyPr anchor="ctr" anchorCtr="0"/>
          <a:lstStyle>
            <a:lvl1pPr marL="0" indent="0" algn="ctr">
              <a:buNone/>
              <a:defRPr/>
            </a:lvl1pPr>
          </a:lstStyle>
          <a:p>
            <a:r>
              <a:rPr lang="en-US"/>
              <a:t>Ảnh bìa</a:t>
            </a:r>
          </a:p>
        </p:txBody>
      </p:sp>
      <p:sp>
        <p:nvSpPr>
          <p:cNvPr id="9" name="Picture Placeholder 8"/>
          <p:cNvSpPr>
            <a:spLocks noGrp="1"/>
          </p:cNvSpPr>
          <p:nvPr>
            <p:ph type="pic" sz="quarter" idx="12" hasCustomPrompt="1"/>
          </p:nvPr>
        </p:nvSpPr>
        <p:spPr>
          <a:xfrm>
            <a:off x="664144" y="1144291"/>
            <a:ext cx="2601302" cy="2606040"/>
          </a:xfrm>
          <a:prstGeom prst="ellipse">
            <a:avLst/>
          </a:prstGeom>
          <a:solidFill>
            <a:schemeClr val="bg1">
              <a:lumMod val="95000"/>
            </a:schemeClr>
          </a:solidFill>
          <a:ln w="38100">
            <a:solidFill>
              <a:schemeClr val="bg1"/>
            </a:solidFill>
            <a:miter lim="800000"/>
          </a:ln>
        </p:spPr>
        <p:txBody>
          <a:bodyPr anchor="ctr" anchorCtr="0"/>
          <a:lstStyle>
            <a:lvl1pPr marL="0" indent="0" algn="ctr">
              <a:buNone/>
              <a:defRPr/>
            </a:lvl1pPr>
          </a:lstStyle>
          <a:p>
            <a:r>
              <a:rPr lang="en-US"/>
              <a:t>Avatar</a:t>
            </a:r>
          </a:p>
        </p:txBody>
      </p:sp>
      <p:sp>
        <p:nvSpPr>
          <p:cNvPr id="19" name="Rectangle 18"/>
          <p:cNvSpPr/>
          <p:nvPr userDrawn="1"/>
        </p:nvSpPr>
        <p:spPr>
          <a:xfrm>
            <a:off x="3631224" y="3726827"/>
            <a:ext cx="1820007" cy="45719"/>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2" name="Picture Placeholder 11"/>
          <p:cNvSpPr>
            <a:spLocks noGrp="1"/>
          </p:cNvSpPr>
          <p:nvPr>
            <p:ph type="pic" sz="quarter" idx="14" hasCustomPrompt="1"/>
          </p:nvPr>
        </p:nvSpPr>
        <p:spPr>
          <a:xfrm>
            <a:off x="10348756" y="4679980"/>
            <a:ext cx="1574800" cy="1589422"/>
          </a:xfrm>
        </p:spPr>
        <p:txBody>
          <a:bodyPr anchor="ctr" anchorCtr="1"/>
          <a:lstStyle>
            <a:lvl1pPr marL="0" indent="0">
              <a:buNone/>
              <a:defRPr baseline="0">
                <a:latin typeface="K2D" panose="00000500000000000000" pitchFamily="2" charset="-34"/>
              </a:defRPr>
            </a:lvl1pPr>
          </a:lstStyle>
          <a:p>
            <a:r>
              <a:rPr lang="en-US"/>
              <a:t>Mã QR</a:t>
            </a:r>
          </a:p>
        </p:txBody>
      </p:sp>
      <p:pic>
        <p:nvPicPr>
          <p:cNvPr id="21" name="Picture 20">
            <a:extLst>
              <a:ext uri="{FF2B5EF4-FFF2-40B4-BE49-F238E27FC236}">
                <a16:creationId xmlns:a16="http://schemas.microsoft.com/office/drawing/2014/main" id="{A8399B61-C397-6E24-154B-55AEE91F31FA}"/>
              </a:ext>
            </a:extLst>
          </p:cNvPr>
          <p:cNvPicPr>
            <a:picLocks noChangeAspect="1"/>
          </p:cNvPicPr>
          <p:nvPr userDrawn="1"/>
        </p:nvPicPr>
        <p:blipFill>
          <a:blip r:embed="rId2" cstate="print">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839319" y="3749686"/>
            <a:ext cx="2513362" cy="2475989"/>
          </a:xfrm>
          <a:prstGeom prst="rect">
            <a:avLst/>
          </a:prstGeom>
        </p:spPr>
      </p:pic>
      <p:pic>
        <p:nvPicPr>
          <p:cNvPr id="35" name="Picture 3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09872" y="3047462"/>
            <a:ext cx="292100" cy="292100"/>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78885C0-D685-8BA1-0334-F39B9B68D71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DF714-887C-B1B4-0544-F3318FB9360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245B2670-DCDB-9912-43A9-DB6F7732594F}"/>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10719D13-9667-D80B-8E63-2EAE238785E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6D5820E4-D785-554F-4A26-439F94DC39CB}"/>
              </a:ext>
            </a:extLst>
          </p:cNvPr>
          <p:cNvGrpSpPr/>
          <p:nvPr userDrawn="1"/>
        </p:nvGrpSpPr>
        <p:grpSpPr>
          <a:xfrm>
            <a:off x="817685" y="6410864"/>
            <a:ext cx="2760487" cy="403790"/>
            <a:chOff x="741485" y="6410864"/>
            <a:chExt cx="2760487" cy="403790"/>
          </a:xfrm>
        </p:grpSpPr>
        <p:sp>
          <p:nvSpPr>
            <p:cNvPr id="11" name="TextBox 10">
              <a:extLst>
                <a:ext uri="{FF2B5EF4-FFF2-40B4-BE49-F238E27FC236}">
                  <a16:creationId xmlns:a16="http://schemas.microsoft.com/office/drawing/2014/main" id="{72173FE2-FAF0-8CC7-CB52-0A02CAB31B9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3" name="TextBox 12">
              <a:extLst>
                <a:ext uri="{FF2B5EF4-FFF2-40B4-BE49-F238E27FC236}">
                  <a16:creationId xmlns:a16="http://schemas.microsoft.com/office/drawing/2014/main" id="{EAC9A41C-6FE6-99FD-63A0-4F13214472F2}"/>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4" name="TextBox 13">
            <a:extLst>
              <a:ext uri="{FF2B5EF4-FFF2-40B4-BE49-F238E27FC236}">
                <a16:creationId xmlns:a16="http://schemas.microsoft.com/office/drawing/2014/main" id="{AE355810-09A4-7711-CAE0-3B52F9B0F7A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5" name="Picture 14">
            <a:extLst>
              <a:ext uri="{FF2B5EF4-FFF2-40B4-BE49-F238E27FC236}">
                <a16:creationId xmlns:a16="http://schemas.microsoft.com/office/drawing/2014/main" id="{7CFD61F0-56D5-64BF-42C1-A40A09A1EC80}"/>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6" name="Date Placeholder 3">
            <a:extLst>
              <a:ext uri="{FF2B5EF4-FFF2-40B4-BE49-F238E27FC236}">
                <a16:creationId xmlns:a16="http://schemas.microsoft.com/office/drawing/2014/main" id="{DD9E8BE1-8359-B3EB-76B9-E21898BB1182}"/>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7" name="Footer Placeholder 4">
            <a:extLst>
              <a:ext uri="{FF2B5EF4-FFF2-40B4-BE49-F238E27FC236}">
                <a16:creationId xmlns:a16="http://schemas.microsoft.com/office/drawing/2014/main" id="{D8313AA7-7AE7-BBBB-D161-E7992A58C09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68550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6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sp>
        <p:nvSpPr>
          <p:cNvPr id="3" name="Text Placeholder 2"/>
          <p:cNvSpPr>
            <a:spLocks noGrp="1"/>
          </p:cNvSpPr>
          <p:nvPr>
            <p:ph type="body" idx="1" hasCustomPrompt="1"/>
          </p:nvPr>
        </p:nvSpPr>
        <p:spPr>
          <a:xfrm>
            <a:off x="839789"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1</a:t>
            </a:r>
            <a:endParaRPr lang="en-US" dirty="0"/>
          </a:p>
        </p:txBody>
      </p:sp>
      <p:sp>
        <p:nvSpPr>
          <p:cNvPr id="15" name="Content Placeholder 9"/>
          <p:cNvSpPr>
            <a:spLocks noGrp="1"/>
          </p:cNvSpPr>
          <p:nvPr>
            <p:ph sz="quarter" idx="12" hasCustomPrompt="1"/>
          </p:nvPr>
        </p:nvSpPr>
        <p:spPr>
          <a:xfrm>
            <a:off x="839788"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sp>
        <p:nvSpPr>
          <p:cNvPr id="22" name="Text Placeholder 2"/>
          <p:cNvSpPr>
            <a:spLocks noGrp="1"/>
          </p:cNvSpPr>
          <p:nvPr>
            <p:ph type="body" idx="13" hasCustomPrompt="1"/>
          </p:nvPr>
        </p:nvSpPr>
        <p:spPr>
          <a:xfrm>
            <a:off x="6308727" y="1919678"/>
            <a:ext cx="5046661" cy="823912"/>
          </a:xfrm>
        </p:spPr>
        <p:txBody>
          <a:bodyPr anchor="b">
            <a:normAutofit/>
          </a:bodyPr>
          <a:lstStyle>
            <a:lvl1pPr marL="0" indent="0">
              <a:buNone/>
              <a:defRPr lang="en-US" sz="2800" b="1" kern="1200" dirty="0" smtClean="0">
                <a:solidFill>
                  <a:srgbClr val="00AFEF"/>
                </a:solidFill>
                <a:latin typeface="K2D" panose="00000500000000000000" pitchFamily="2" charset="-34"/>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Tiêu đề phụ 2</a:t>
            </a:r>
            <a:endParaRPr lang="en-US" dirty="0"/>
          </a:p>
        </p:txBody>
      </p:sp>
      <p:sp>
        <p:nvSpPr>
          <p:cNvPr id="23" name="Content Placeholder 9"/>
          <p:cNvSpPr>
            <a:spLocks noGrp="1"/>
          </p:cNvSpPr>
          <p:nvPr>
            <p:ph sz="quarter" idx="14" hasCustomPrompt="1"/>
          </p:nvPr>
        </p:nvSpPr>
        <p:spPr>
          <a:xfrm>
            <a:off x="6308726" y="3006726"/>
            <a:ext cx="5046662" cy="3109402"/>
          </a:xfrm>
        </p:spPr>
        <p:txBody>
          <a:bodyPr>
            <a:normAutofit/>
          </a:bodyPr>
          <a:lstStyle>
            <a:lvl1pPr marL="0" indent="0">
              <a:buNone/>
              <a:defRPr sz="2000" b="0" i="0">
                <a:latin typeface="Readex Pro" pitchFamily="2" charset="-78"/>
                <a:cs typeface="Readex Pro" pitchFamily="2" charset="-78"/>
              </a:defRPr>
            </a:lvl1pPr>
            <a:lvl2pPr marL="457200" indent="0">
              <a:buNone/>
              <a:defRPr sz="1800" b="0" i="0">
                <a:latin typeface="Readex Pro" pitchFamily="2" charset="-78"/>
                <a:cs typeface="Readex Pro" pitchFamily="2" charset="-78"/>
              </a:defRPr>
            </a:lvl2pPr>
            <a:lvl3pPr marL="914400" indent="0">
              <a:buNone/>
              <a:defRPr sz="1600" b="0" i="0">
                <a:latin typeface="Readex Pro" pitchFamily="2" charset="-78"/>
                <a:cs typeface="Readex Pro" pitchFamily="2" charset="-78"/>
              </a:defRPr>
            </a:lvl3pPr>
            <a:lvl4pPr marL="1371600" indent="0">
              <a:buNone/>
              <a:defRPr sz="1400" b="0" i="0">
                <a:latin typeface="Readex Pro" pitchFamily="2" charset="-78"/>
                <a:cs typeface="Readex Pro" pitchFamily="2" charset="-78"/>
              </a:defRPr>
            </a:lvl4pPr>
            <a:lvl5pPr marL="1828800" indent="0">
              <a:buNone/>
              <a:defRPr sz="1400" b="0" i="0">
                <a:latin typeface="Readex Pro" pitchFamily="2" charset="-78"/>
                <a:cs typeface="Readex Pro" pitchFamily="2" charset="-78"/>
              </a:defRPr>
            </a:lvl5pPr>
          </a:lstStyle>
          <a:p>
            <a:pPr lvl="0"/>
            <a:r>
              <a:rPr lang="en-US"/>
              <a:t>Nội dung</a:t>
            </a:r>
            <a:endParaRPr lang="en-US" dirty="0"/>
          </a:p>
        </p:txBody>
      </p:sp>
      <p:pic>
        <p:nvPicPr>
          <p:cNvPr id="32" name="Picture 3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5" name="Picture 24"/>
          <p:cNvPicPr>
            <a:picLocks noChangeAspect="1"/>
          </p:cNvPicPr>
          <p:nvPr userDrawn="1"/>
        </p:nvPicPr>
        <p:blipFill>
          <a:blip r:embed="rId3"/>
          <a:stretch>
            <a:fillRect/>
          </a:stretch>
        </p:blipFill>
        <p:spPr>
          <a:xfrm>
            <a:off x="11987783" y="93587"/>
            <a:ext cx="107165" cy="107007"/>
          </a:xfrm>
          <a:prstGeom prst="rect">
            <a:avLst/>
          </a:prstGeom>
        </p:spPr>
      </p:pic>
      <p:sp>
        <p:nvSpPr>
          <p:cNvPr id="4" name="Slide Number Placeholder 5">
            <a:extLst>
              <a:ext uri="{FF2B5EF4-FFF2-40B4-BE49-F238E27FC236}">
                <a16:creationId xmlns:a16="http://schemas.microsoft.com/office/drawing/2014/main" id="{6A9BD5AE-860A-11DA-EDCF-22268C7C9A8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5" name="Rectangle 4">
            <a:extLst>
              <a:ext uri="{FF2B5EF4-FFF2-40B4-BE49-F238E27FC236}">
                <a16:creationId xmlns:a16="http://schemas.microsoft.com/office/drawing/2014/main" id="{03650682-E7A5-4FC0-F3BE-BB9A232438AB}"/>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6" name="Rectangle 5">
            <a:extLst>
              <a:ext uri="{FF2B5EF4-FFF2-40B4-BE49-F238E27FC236}">
                <a16:creationId xmlns:a16="http://schemas.microsoft.com/office/drawing/2014/main" id="{B29D63CC-5B2D-403A-2D8D-77E5D2B61085}"/>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7" name="Slide Number Placeholder 5">
            <a:extLst>
              <a:ext uri="{FF2B5EF4-FFF2-40B4-BE49-F238E27FC236}">
                <a16:creationId xmlns:a16="http://schemas.microsoft.com/office/drawing/2014/main" id="{DE5D36C9-D247-9D20-3BF2-F3349DFE29EF}"/>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B63E65D7-4824-ED09-532B-9FC7698CEF88}"/>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8D6AB20A-6E3F-4D3A-66A0-FB26AD4A104F}"/>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54847801-603B-FBC5-F985-AE9459E3CD4E}"/>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C8F14B01-E23B-BFC7-B317-7E21D60D518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4B56432E-6829-4DE3-60A2-6B8BBDC6B4B4}"/>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187C7D7A-D6B4-F348-B4E4-CA33AB53AD58}"/>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4" name="Footer Placeholder 4">
            <a:extLst>
              <a:ext uri="{FF2B5EF4-FFF2-40B4-BE49-F238E27FC236}">
                <a16:creationId xmlns:a16="http://schemas.microsoft.com/office/drawing/2014/main" id="{19648BD2-EBDF-9F5F-296A-DFCA3F0BF82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66946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10" name="Picture Placeholder 3"/>
          <p:cNvSpPr>
            <a:spLocks noGrp="1"/>
          </p:cNvSpPr>
          <p:nvPr>
            <p:ph type="pic" sz="quarter" idx="13" hasCustomPrompt="1"/>
          </p:nvPr>
        </p:nvSpPr>
        <p:spPr>
          <a:xfrm>
            <a:off x="741487" y="465301"/>
            <a:ext cx="3657600" cy="2743200"/>
          </a:xfrm>
          <a:ln w="57150">
            <a:solidFill>
              <a:schemeClr val="bg1">
                <a:lumMod val="95000"/>
              </a:schemeClr>
            </a:solidFill>
            <a:miter lim="800000"/>
          </a:ln>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400" b="0" i="0" kern="1200" baseline="0" dirty="0">
                <a:solidFill>
                  <a:schemeClr val="tx1"/>
                </a:solidFill>
                <a:latin typeface="Readex Pro" pitchFamily="2" charset="-78"/>
                <a:ea typeface="+mn-ea"/>
                <a:cs typeface="Readex Pro" pitchFamily="2" charset="-78"/>
              </a:defRPr>
            </a:lvl1pPr>
          </a:lstStyle>
          <a:p>
            <a:r>
              <a:rPr lang="en-US"/>
              <a:t>Chèn ảnh</a:t>
            </a:r>
            <a:endParaRPr lang="en-US" dirty="0"/>
          </a:p>
        </p:txBody>
      </p:sp>
      <p:sp>
        <p:nvSpPr>
          <p:cNvPr id="17" name="Picture Placeholder 4"/>
          <p:cNvSpPr>
            <a:spLocks noGrp="1"/>
          </p:cNvSpPr>
          <p:nvPr>
            <p:ph type="pic" sz="quarter" idx="12" hasCustomPrompt="1"/>
          </p:nvPr>
        </p:nvSpPr>
        <p:spPr>
          <a:xfrm>
            <a:off x="4678998" y="465301"/>
            <a:ext cx="3571623"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18" name="Picture Placeholder 5"/>
          <p:cNvSpPr>
            <a:spLocks noGrp="1"/>
          </p:cNvSpPr>
          <p:nvPr>
            <p:ph type="pic" sz="quarter" idx="15" hasCustomPrompt="1"/>
          </p:nvPr>
        </p:nvSpPr>
        <p:spPr>
          <a:xfrm>
            <a:off x="8530533" y="474155"/>
            <a:ext cx="27432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0" name="Picture Placeholder 7"/>
          <p:cNvSpPr>
            <a:spLocks noGrp="1"/>
          </p:cNvSpPr>
          <p:nvPr>
            <p:ph type="pic" sz="quarter" idx="14" hasCustomPrompt="1"/>
          </p:nvPr>
        </p:nvSpPr>
        <p:spPr>
          <a:xfrm>
            <a:off x="7484734" y="3450874"/>
            <a:ext cx="3788999"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sp>
        <p:nvSpPr>
          <p:cNvPr id="21" name="Picture Placeholder 8"/>
          <p:cNvSpPr>
            <a:spLocks noGrp="1"/>
          </p:cNvSpPr>
          <p:nvPr>
            <p:ph type="pic" sz="quarter" idx="16" hasCustomPrompt="1"/>
          </p:nvPr>
        </p:nvSpPr>
        <p:spPr>
          <a:xfrm>
            <a:off x="741485" y="3450874"/>
            <a:ext cx="6477000" cy="2743200"/>
          </a:xfrm>
          <a:ln w="57150">
            <a:solidFill>
              <a:schemeClr val="bg1">
                <a:lumMod val="95000"/>
              </a:schemeClr>
            </a:solidFill>
            <a:miter lim="800000"/>
          </a:ln>
        </p:spPr>
        <p:txBody>
          <a:bodyPr vert="horz" lIns="91440" tIns="45720" rIns="91440" bIns="45720" rtlCol="0" anchor="ctr" anchorCtr="0">
            <a:normAutofit/>
          </a:bodyPr>
          <a:lstStyle>
            <a:lvl1pPr marL="0" indent="0">
              <a:buNone/>
              <a:defRPr lang="en-US" sz="2400" baseline="0" smtClean="0"/>
            </a:lvl1pPr>
          </a:lstStyle>
          <a:p>
            <a:pPr lvl="0" algn="ctr"/>
            <a:r>
              <a:rPr lang="en-US"/>
              <a:t>Chèn ảnh</a:t>
            </a:r>
          </a:p>
        </p:txBody>
      </p:sp>
      <p:pic>
        <p:nvPicPr>
          <p:cNvPr id="19" name="Picture 1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31D2F5E-B4B4-4F13-5B40-6B34D4077BF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DE28C786-22D7-B802-E1CD-F76CACF14CCC}"/>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2747DAB2-9527-687A-8677-8F0D90CD784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00F80466-9EFF-A73A-B6DE-D269BCE066A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A43337E1-C74F-3AB9-3062-C33D866163BD}"/>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812D348-DF45-A829-E72D-196DEC172D7E}"/>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DA8F8196-C024-0B7C-46F7-739B24E5DBF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A860906-4DB7-35A0-12A0-880FE34D0611}"/>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FAD6CDF9-3E97-FB61-7CE7-3D09FA86D7A3}"/>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6218C02C-39DB-9A5F-95CB-0C3CAB08327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3" name="Footer Placeholder 4">
            <a:extLst>
              <a:ext uri="{FF2B5EF4-FFF2-40B4-BE49-F238E27FC236}">
                <a16:creationId xmlns:a16="http://schemas.microsoft.com/office/drawing/2014/main" id="{14506B3F-1DF2-A2B1-B917-52BD9BA9F29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55697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Effect transition="in" filter="fade">
                                      <p:cBhvr>
                                        <p:cTn id="9" dur="1000"/>
                                        <p:tgtEl>
                                          <p:spTgt spid="10"/>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1000" fill="hold"/>
                                        <p:tgtEl>
                                          <p:spTgt spid="17"/>
                                        </p:tgtEl>
                                        <p:attrNameLst>
                                          <p:attrName>ppt_w</p:attrName>
                                        </p:attrNameLst>
                                      </p:cBhvr>
                                      <p:tavLst>
                                        <p:tav tm="0">
                                          <p:val>
                                            <p:fltVal val="0"/>
                                          </p:val>
                                        </p:tav>
                                        <p:tav tm="100000">
                                          <p:val>
                                            <p:strVal val="#ppt_w"/>
                                          </p:val>
                                        </p:tav>
                                      </p:tavLst>
                                    </p:anim>
                                    <p:anim calcmode="lin" valueType="num">
                                      <p:cBhvr>
                                        <p:cTn id="13" dur="1000" fill="hold"/>
                                        <p:tgtEl>
                                          <p:spTgt spid="17"/>
                                        </p:tgtEl>
                                        <p:attrNameLst>
                                          <p:attrName>ppt_h</p:attrName>
                                        </p:attrNameLst>
                                      </p:cBhvr>
                                      <p:tavLst>
                                        <p:tav tm="0">
                                          <p:val>
                                            <p:fltVal val="0"/>
                                          </p:val>
                                        </p:tav>
                                        <p:tav tm="100000">
                                          <p:val>
                                            <p:strVal val="#ppt_h"/>
                                          </p:val>
                                        </p:tav>
                                      </p:tavLst>
                                    </p:anim>
                                    <p:animEffect transition="in" filter="fade">
                                      <p:cBhvr>
                                        <p:cTn id="14" dur="1000"/>
                                        <p:tgtEl>
                                          <p:spTgt spid="17"/>
                                        </p:tgtEl>
                                      </p:cBhvr>
                                    </p:animEffect>
                                  </p:childTnLst>
                                </p:cTn>
                              </p:par>
                              <p:par>
                                <p:cTn id="15" presetID="53" presetClass="entr" presetSubtype="16"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p:cTn id="17" dur="1000" fill="hold"/>
                                        <p:tgtEl>
                                          <p:spTgt spid="18"/>
                                        </p:tgtEl>
                                        <p:attrNameLst>
                                          <p:attrName>ppt_w</p:attrName>
                                        </p:attrNameLst>
                                      </p:cBhvr>
                                      <p:tavLst>
                                        <p:tav tm="0">
                                          <p:val>
                                            <p:fltVal val="0"/>
                                          </p:val>
                                        </p:tav>
                                        <p:tav tm="100000">
                                          <p:val>
                                            <p:strVal val="#ppt_w"/>
                                          </p:val>
                                        </p:tav>
                                      </p:tavLst>
                                    </p:anim>
                                    <p:anim calcmode="lin" valueType="num">
                                      <p:cBhvr>
                                        <p:cTn id="18" dur="1000" fill="hold"/>
                                        <p:tgtEl>
                                          <p:spTgt spid="18"/>
                                        </p:tgtEl>
                                        <p:attrNameLst>
                                          <p:attrName>ppt_h</p:attrName>
                                        </p:attrNameLst>
                                      </p:cBhvr>
                                      <p:tavLst>
                                        <p:tav tm="0">
                                          <p:val>
                                            <p:fltVal val="0"/>
                                          </p:val>
                                        </p:tav>
                                        <p:tav tm="100000">
                                          <p:val>
                                            <p:strVal val="#ppt_h"/>
                                          </p:val>
                                        </p:tav>
                                      </p:tavLst>
                                    </p:anim>
                                    <p:animEffect transition="in" filter="fade">
                                      <p:cBhvr>
                                        <p:cTn id="19" dur="1000"/>
                                        <p:tgtEl>
                                          <p:spTgt spid="18"/>
                                        </p:tgtEl>
                                      </p:cBhvr>
                                    </p:animEffect>
                                  </p:childTnLst>
                                </p:cTn>
                              </p:par>
                              <p:par>
                                <p:cTn id="20" presetID="53" presetClass="entr" presetSubtype="16"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1000" fill="hold"/>
                                        <p:tgtEl>
                                          <p:spTgt spid="20"/>
                                        </p:tgtEl>
                                        <p:attrNameLst>
                                          <p:attrName>ppt_w</p:attrName>
                                        </p:attrNameLst>
                                      </p:cBhvr>
                                      <p:tavLst>
                                        <p:tav tm="0">
                                          <p:val>
                                            <p:fltVal val="0"/>
                                          </p:val>
                                        </p:tav>
                                        <p:tav tm="100000">
                                          <p:val>
                                            <p:strVal val="#ppt_w"/>
                                          </p:val>
                                        </p:tav>
                                      </p:tavLst>
                                    </p:anim>
                                    <p:anim calcmode="lin" valueType="num">
                                      <p:cBhvr>
                                        <p:cTn id="23" dur="1000" fill="hold"/>
                                        <p:tgtEl>
                                          <p:spTgt spid="20"/>
                                        </p:tgtEl>
                                        <p:attrNameLst>
                                          <p:attrName>ppt_h</p:attrName>
                                        </p:attrNameLst>
                                      </p:cBhvr>
                                      <p:tavLst>
                                        <p:tav tm="0">
                                          <p:val>
                                            <p:fltVal val="0"/>
                                          </p:val>
                                        </p:tav>
                                        <p:tav tm="100000">
                                          <p:val>
                                            <p:strVal val="#ppt_h"/>
                                          </p:val>
                                        </p:tav>
                                      </p:tavLst>
                                    </p:anim>
                                    <p:animEffect transition="in" filter="fade">
                                      <p:cBhvr>
                                        <p:cTn id="24" dur="1000"/>
                                        <p:tgtEl>
                                          <p:spTgt spid="20"/>
                                        </p:tgtEl>
                                      </p:cBhvr>
                                    </p:animEffect>
                                  </p:childTnLst>
                                </p:cTn>
                              </p:par>
                              <p:par>
                                <p:cTn id="25" presetID="53" presetClass="entr" presetSubtype="16"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1000" fill="hold"/>
                                        <p:tgtEl>
                                          <p:spTgt spid="21"/>
                                        </p:tgtEl>
                                        <p:attrNameLst>
                                          <p:attrName>ppt_w</p:attrName>
                                        </p:attrNameLst>
                                      </p:cBhvr>
                                      <p:tavLst>
                                        <p:tav tm="0">
                                          <p:val>
                                            <p:fltVal val="0"/>
                                          </p:val>
                                        </p:tav>
                                        <p:tav tm="100000">
                                          <p:val>
                                            <p:strVal val="#ppt_w"/>
                                          </p:val>
                                        </p:tav>
                                      </p:tavLst>
                                    </p:anim>
                                    <p:anim calcmode="lin" valueType="num">
                                      <p:cBhvr>
                                        <p:cTn id="28" dur="1000" fill="hold"/>
                                        <p:tgtEl>
                                          <p:spTgt spid="21"/>
                                        </p:tgtEl>
                                        <p:attrNameLst>
                                          <p:attrName>ppt_h</p:attrName>
                                        </p:attrNameLst>
                                      </p:cBhvr>
                                      <p:tavLst>
                                        <p:tav tm="0">
                                          <p:val>
                                            <p:fltVal val="0"/>
                                          </p:val>
                                        </p:tav>
                                        <p:tav tm="100000">
                                          <p:val>
                                            <p:strVal val="#ppt_h"/>
                                          </p:val>
                                        </p:tav>
                                      </p:tavLst>
                                    </p:anim>
                                    <p:animEffect transition="in" filter="fade">
                                      <p:cBhvr>
                                        <p:cTn id="29"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cxnSp>
        <p:nvCxnSpPr>
          <p:cNvPr id="17" name="Straight Connector 16"/>
          <p:cNvCxnSpPr/>
          <p:nvPr userDrawn="1"/>
        </p:nvCxnSpPr>
        <p:spPr>
          <a:xfrm>
            <a:off x="60960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18" name="Picture Placeholder 4"/>
          <p:cNvSpPr>
            <a:spLocks noGrp="1"/>
          </p:cNvSpPr>
          <p:nvPr>
            <p:ph type="pic" sz="quarter" idx="13" hasCustomPrompt="1"/>
          </p:nvPr>
        </p:nvSpPr>
        <p:spPr>
          <a:xfrm>
            <a:off x="897765" y="1162050"/>
            <a:ext cx="4697377" cy="1949450"/>
          </a:xfrm>
        </p:spPr>
        <p:txBody>
          <a:bodyPr anchor="ctr" anchorCtr="0">
            <a:normAutofit/>
          </a:bodyPr>
          <a:lstStyle>
            <a:lvl1pPr marL="0" indent="0" algn="ctr">
              <a:buNone/>
              <a:defRPr lang="en-US" sz="2000" kern="1200" baseline="0" dirty="0">
                <a:solidFill>
                  <a:schemeClr val="tx1"/>
                </a:solidFill>
                <a:latin typeface="Readex Pro" pitchFamily="2" charset="-78"/>
                <a:ea typeface="+mn-ea"/>
                <a:cs typeface="Readex Pro" pitchFamily="2" charset="-78"/>
              </a:defRPr>
            </a:lvl1pPr>
          </a:lstStyle>
          <a:p>
            <a:r>
              <a:rPr lang="en-US"/>
              <a:t>Chèn ảnh</a:t>
            </a:r>
          </a:p>
        </p:txBody>
      </p:sp>
      <p:sp>
        <p:nvSpPr>
          <p:cNvPr id="19" name="Picture Placeholder 4"/>
          <p:cNvSpPr>
            <a:spLocks noGrp="1"/>
          </p:cNvSpPr>
          <p:nvPr>
            <p:ph type="pic" sz="quarter" idx="14" hasCustomPrompt="1"/>
          </p:nvPr>
        </p:nvSpPr>
        <p:spPr>
          <a:xfrm>
            <a:off x="6597297" y="1162050"/>
            <a:ext cx="4697377" cy="1949450"/>
          </a:xfrm>
        </p:spPr>
        <p:txBody>
          <a:bodyPr anchor="ctr" anchorCtr="0">
            <a:normAutofit/>
          </a:bodyPr>
          <a:lstStyle>
            <a:lvl1pPr marL="0" indent="0" algn="ctr">
              <a:buNone/>
              <a:defRPr lang="en-US" sz="2000" kern="1200" baseline="0">
                <a:solidFill>
                  <a:schemeClr val="tx1"/>
                </a:solidFill>
                <a:latin typeface="Readex Pro" pitchFamily="2" charset="-78"/>
                <a:ea typeface="+mn-ea"/>
                <a:cs typeface="Readex Pro" pitchFamily="2" charset="-78"/>
              </a:defRPr>
            </a:lvl1pPr>
          </a:lstStyle>
          <a:p>
            <a:r>
              <a:rPr lang="en-US"/>
              <a:t>Chèn ảnh</a:t>
            </a:r>
          </a:p>
        </p:txBody>
      </p:sp>
      <p:sp>
        <p:nvSpPr>
          <p:cNvPr id="22" name="Text Placeholder 20"/>
          <p:cNvSpPr>
            <a:spLocks noGrp="1"/>
          </p:cNvSpPr>
          <p:nvPr>
            <p:ph type="body" sz="quarter" idx="16" hasCustomPrompt="1"/>
          </p:nvPr>
        </p:nvSpPr>
        <p:spPr>
          <a:xfrm>
            <a:off x="898361"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6597892" y="3302000"/>
            <a:ext cx="4695748" cy="2613025"/>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5" name="Rectangle 24"/>
          <p:cNvSpPr/>
          <p:nvPr userDrawn="1"/>
        </p:nvSpPr>
        <p:spPr>
          <a:xfrm flipH="1" flipV="1">
            <a:off x="898257"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6597788" y="3126125"/>
            <a:ext cx="4692825"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0" name="Picture 19"/>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27B2114-05AD-5B46-042A-74C2E1E114D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5412D61D-E589-A35B-EEF9-9C42ABC10525}"/>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68A589A6-0D91-BA6C-6308-33240D74B74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9A0B255F-3EA0-6316-1814-EA69B3A1C949}"/>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99C3888-223C-A47F-802D-E01AE0261584}"/>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7AAFDAA6-E7FA-2A32-DFA6-F90442ED860C}"/>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94DC1B11-CA57-3325-DD06-C67EE58D7FC7}"/>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F8C3C485-7E6C-D1B8-B245-95DB0F954A97}"/>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A4B1F8E9-DA5B-DA41-D6FB-62DFDED23A37}"/>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1B773FC-C6DB-8895-F8FB-AC357B5F1FE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8ED3E9AD-AE54-8D77-117E-98F95DCE650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15023422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cxnSp>
        <p:nvCxnSpPr>
          <p:cNvPr id="7" name="Straight Connector 6"/>
          <p:cNvCxnSpPr/>
          <p:nvPr userDrawn="1"/>
        </p:nvCxnSpPr>
        <p:spPr>
          <a:xfrm>
            <a:off x="4038600"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8086459" y="1162050"/>
            <a:ext cx="0" cy="4753154"/>
          </a:xfrm>
          <a:prstGeom prst="line">
            <a:avLst/>
          </a:prstGeom>
          <a:ln w="57150" cap="rnd">
            <a:solidFill>
              <a:srgbClr val="00AFEF">
                <a:alpha val="25000"/>
              </a:srgbClr>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20"/>
          <p:cNvSpPr>
            <a:spLocks noGrp="1"/>
          </p:cNvSpPr>
          <p:nvPr>
            <p:ph type="body" sz="quarter" idx="15" hasCustomPrompt="1"/>
          </p:nvPr>
        </p:nvSpPr>
        <p:spPr>
          <a:xfrm>
            <a:off x="329912" y="1304079"/>
            <a:ext cx="3367088" cy="4610947"/>
          </a:xfrm>
        </p:spPr>
        <p:txBody>
          <a:bodyPr>
            <a:normAutofit/>
          </a:bodyPr>
          <a:lstStyle>
            <a:lvl1pPr marL="0" indent="0">
              <a:lnSpc>
                <a:spcPct val="100000"/>
              </a:lnSpc>
              <a:buNone/>
              <a:defRPr sz="1800">
                <a:latin typeface="Readex Pro" pitchFamily="2" charset="-78"/>
                <a:cs typeface="Readex Pro" pitchFamily="2" charset="-78"/>
              </a:defRPr>
            </a:lvl1pPr>
            <a:lvl2pPr marL="457200" indent="0">
              <a:lnSpc>
                <a:spcPct val="100000"/>
              </a:lnSpc>
              <a:buNone/>
              <a:defRPr sz="1600">
                <a:latin typeface="Readex Pro" pitchFamily="2" charset="-78"/>
                <a:cs typeface="Readex Pro" pitchFamily="2" charset="-78"/>
              </a:defRPr>
            </a:lvl2pPr>
            <a:lvl3pPr marL="914400" indent="0">
              <a:lnSpc>
                <a:spcPct val="100000"/>
              </a:lnSpc>
              <a:buNone/>
              <a:defRPr sz="1400">
                <a:latin typeface="Readex Pro" pitchFamily="2" charset="-78"/>
                <a:cs typeface="Readex Pro" pitchFamily="2" charset="-78"/>
              </a:defRPr>
            </a:lvl3pPr>
            <a:lvl4pPr marL="1371600" indent="0">
              <a:lnSpc>
                <a:spcPct val="100000"/>
              </a:lnSpc>
              <a:buNone/>
              <a:defRPr sz="1200">
                <a:latin typeface="Readex Pro" pitchFamily="2" charset="-78"/>
                <a:cs typeface="Readex Pro" pitchFamily="2" charset="-78"/>
              </a:defRPr>
            </a:lvl4pPr>
            <a:lvl5pPr marL="1828800" indent="0">
              <a:lnSpc>
                <a:spcPct val="100000"/>
              </a:lnSpc>
              <a:buNone/>
              <a:defRPr sz="1200">
                <a:latin typeface="Readex Pro" pitchFamily="2" charset="-78"/>
                <a:cs typeface="Readex Pro" pitchFamily="2" charset="-78"/>
              </a:defRPr>
            </a:lvl5pPr>
          </a:lstStyle>
          <a:p>
            <a:pPr lvl="0"/>
            <a:r>
              <a:rPr lang="en-US"/>
              <a:t>Nội dung</a:t>
            </a:r>
            <a:endParaRPr lang="en-US" dirty="0"/>
          </a:p>
        </p:txBody>
      </p:sp>
      <p:sp>
        <p:nvSpPr>
          <p:cNvPr id="22" name="Text Placeholder 20"/>
          <p:cNvSpPr>
            <a:spLocks noGrp="1"/>
          </p:cNvSpPr>
          <p:nvPr>
            <p:ph type="body" sz="quarter" idx="16" hasCustomPrompt="1"/>
          </p:nvPr>
        </p:nvSpPr>
        <p:spPr>
          <a:xfrm>
            <a:off x="4378402" y="1306696"/>
            <a:ext cx="3367088" cy="4608329"/>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3" name="Text Placeholder 20"/>
          <p:cNvSpPr>
            <a:spLocks noGrp="1"/>
          </p:cNvSpPr>
          <p:nvPr>
            <p:ph type="body" sz="quarter" idx="17" hasCustomPrompt="1"/>
          </p:nvPr>
        </p:nvSpPr>
        <p:spPr>
          <a:xfrm>
            <a:off x="8426260" y="1306696"/>
            <a:ext cx="3367088" cy="4608329"/>
          </a:xfrm>
        </p:spPr>
        <p:txBody>
          <a:bodyPr>
            <a:normAutofit/>
          </a:bodyPr>
          <a:lstStyle>
            <a:lvl1pPr marL="0" indent="0">
              <a:buNone/>
              <a:defRPr sz="1800">
                <a:latin typeface="Readex Pro" pitchFamily="2" charset="-78"/>
                <a:cs typeface="Readex Pro" pitchFamily="2" charset="-78"/>
              </a:defRPr>
            </a:lvl1pPr>
            <a:lvl2pPr marL="457200" indent="0">
              <a:buNone/>
              <a:defRPr sz="1600">
                <a:latin typeface="Readex Pro" pitchFamily="2" charset="-78"/>
                <a:cs typeface="Readex Pro" pitchFamily="2" charset="-78"/>
              </a:defRPr>
            </a:lvl2pPr>
            <a:lvl3pPr marL="914400" indent="0">
              <a:buNone/>
              <a:defRPr sz="1400">
                <a:latin typeface="Readex Pro" pitchFamily="2" charset="-78"/>
                <a:cs typeface="Readex Pro" pitchFamily="2" charset="-78"/>
              </a:defRPr>
            </a:lvl3pPr>
            <a:lvl4pPr marL="1371600" indent="0">
              <a:buNone/>
              <a:defRPr sz="1200">
                <a:latin typeface="Readex Pro" pitchFamily="2" charset="-78"/>
                <a:cs typeface="Readex Pro" pitchFamily="2" charset="-78"/>
              </a:defRPr>
            </a:lvl4pPr>
            <a:lvl5pPr marL="1828800" indent="0">
              <a:buNone/>
              <a:defRPr sz="1200">
                <a:latin typeface="Readex Pro" pitchFamily="2" charset="-78"/>
                <a:cs typeface="Readex Pro" pitchFamily="2" charset="-78"/>
              </a:defRPr>
            </a:lvl5pPr>
          </a:lstStyle>
          <a:p>
            <a:pPr lvl="0"/>
            <a:r>
              <a:rPr lang="en-US"/>
              <a:t>Nội dung</a:t>
            </a:r>
            <a:endParaRPr lang="en-US" dirty="0"/>
          </a:p>
        </p:txBody>
      </p:sp>
      <p:sp>
        <p:nvSpPr>
          <p:cNvPr id="24" name="Rectangle 23"/>
          <p:cNvSpPr/>
          <p:nvPr userDrawn="1"/>
        </p:nvSpPr>
        <p:spPr>
          <a:xfrm flipH="1" flipV="1">
            <a:off x="329912" y="1162050"/>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5" name="Rectangle 24"/>
          <p:cNvSpPr/>
          <p:nvPr userDrawn="1"/>
        </p:nvSpPr>
        <p:spPr>
          <a:xfrm flipH="1" flipV="1">
            <a:off x="4379450" y="1162050"/>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6" name="Rectangle 25"/>
          <p:cNvSpPr/>
          <p:nvPr userDrawn="1"/>
        </p:nvSpPr>
        <p:spPr>
          <a:xfrm flipH="1" flipV="1">
            <a:off x="8427308" y="1162050"/>
            <a:ext cx="3364992" cy="7836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pic>
        <p:nvPicPr>
          <p:cNvPr id="27" name="Picture 26"/>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A85175A-A5CA-FDCD-9D1E-D1E3A5C0861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572AE3C-B845-C37F-3FA3-517EBBCCD80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73C2B34-BC37-24CD-CCCC-86C84255F60D}"/>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4F3A51EC-EB1C-A2F5-191D-39EC3871D7F2}"/>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8" name="Group 7">
            <a:extLst>
              <a:ext uri="{FF2B5EF4-FFF2-40B4-BE49-F238E27FC236}">
                <a16:creationId xmlns:a16="http://schemas.microsoft.com/office/drawing/2014/main" id="{3D16B55C-8A59-6B1B-682C-62AA2B73A476}"/>
              </a:ext>
            </a:extLst>
          </p:cNvPr>
          <p:cNvGrpSpPr/>
          <p:nvPr userDrawn="1"/>
        </p:nvGrpSpPr>
        <p:grpSpPr>
          <a:xfrm>
            <a:off x="817685" y="6410864"/>
            <a:ext cx="2760487" cy="403790"/>
            <a:chOff x="741485" y="6410864"/>
            <a:chExt cx="2760487" cy="403790"/>
          </a:xfrm>
        </p:grpSpPr>
        <p:sp>
          <p:nvSpPr>
            <p:cNvPr id="9" name="TextBox 8">
              <a:extLst>
                <a:ext uri="{FF2B5EF4-FFF2-40B4-BE49-F238E27FC236}">
                  <a16:creationId xmlns:a16="http://schemas.microsoft.com/office/drawing/2014/main" id="{4FC2AAA9-0C7E-3269-988C-8B585C6196A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10" name="TextBox 9">
              <a:extLst>
                <a:ext uri="{FF2B5EF4-FFF2-40B4-BE49-F238E27FC236}">
                  <a16:creationId xmlns:a16="http://schemas.microsoft.com/office/drawing/2014/main" id="{692758D9-75FB-A297-C9B0-0046880A091B}"/>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1A0FD0A9-AA5C-7D0D-4E1D-5CCB189D948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7C2D20B6-C339-D112-86D5-A51948B07F5D}"/>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D1D37C2-EC33-4641-5CD8-DBFCCC5A5A36}"/>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4" name="Footer Placeholder 4">
            <a:extLst>
              <a:ext uri="{FF2B5EF4-FFF2-40B4-BE49-F238E27FC236}">
                <a16:creationId xmlns:a16="http://schemas.microsoft.com/office/drawing/2014/main" id="{6F9D2D5D-F42C-AD89-38B2-8E5862B86D78}"/>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799990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13" name="Content Placeholder 9"/>
          <p:cNvSpPr>
            <a:spLocks noGrp="1"/>
          </p:cNvSpPr>
          <p:nvPr>
            <p:ph sz="quarter" idx="12" hasCustomPrompt="1"/>
          </p:nvPr>
        </p:nvSpPr>
        <p:spPr>
          <a:xfrm rot="5400000">
            <a:off x="4113213" y="-1449386"/>
            <a:ext cx="3965573" cy="105156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sp>
        <p:nvSpPr>
          <p:cNvPr id="17" name="Title 1"/>
          <p:cNvSpPr>
            <a:spLocks noGrp="1"/>
          </p:cNvSpPr>
          <p:nvPr>
            <p:ph type="title" hasCustomPrompt="1"/>
          </p:nvPr>
        </p:nvSpPr>
        <p:spPr>
          <a:xfrm>
            <a:off x="839788" y="365125"/>
            <a:ext cx="10515600" cy="938865"/>
          </a:xfrm>
        </p:spPr>
        <p:txBody>
          <a:bodyPr vert="horz" lIns="91440" tIns="45720" rIns="91440" bIns="45720" rtlCol="0" anchor="ctr">
            <a:normAutofit/>
          </a:bodyPr>
          <a:lstStyle>
            <a:lvl1pPr>
              <a:defRPr lang="en-US" sz="3200" b="1" baseline="0" dirty="0">
                <a:solidFill>
                  <a:srgbClr val="1F5CA9"/>
                </a:solidFill>
                <a:latin typeface="K2D" panose="00000500000000000000" pitchFamily="2" charset="-34"/>
                <a:ea typeface="+mn-ea"/>
                <a:cs typeface="+mn-cs"/>
              </a:defRPr>
            </a:lvl1pPr>
          </a:lstStyle>
          <a:p>
            <a:pPr lvl="0"/>
            <a:r>
              <a:rPr lang="en-US"/>
              <a:t>Tiêu đề</a:t>
            </a:r>
            <a:endParaRPr lang="en-US" dirty="0"/>
          </a:p>
        </p:txBody>
      </p:sp>
      <p:pic>
        <p:nvPicPr>
          <p:cNvPr id="31" name="Picture 3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8656" y="688507"/>
            <a:ext cx="292100" cy="292100"/>
          </a:xfrm>
          <a:prstGeom prst="rect">
            <a:avLst/>
          </a:prstGeom>
        </p:spPr>
      </p:pic>
      <p:pic>
        <p:nvPicPr>
          <p:cNvPr id="21" name="Picture 2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3043EC71-5B9E-C0BC-1876-C8F7F39BC547}"/>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EE4374B3-12AF-4FD8-DEB7-27010168D059}"/>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A8BA7498-F3BC-86B3-1A69-799334B6D0C9}"/>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C85D92-154D-811A-7CED-746E05BC99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31FF18A3-B64B-560A-0E4C-FAE23671DD1B}"/>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30087580-3DBD-8257-F1D1-7914462F84C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23924CB2-D38F-D098-BA0D-F7AF3FD0DAE6}"/>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1944464-246D-1746-8383-CA6C986DD6C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936B468E-C03F-EA5D-3562-3CF0D836AD6F}"/>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EDB08078-B43B-9900-A614-EDD1B700D365}"/>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853B98CF-4D09-7334-F10E-AC294939893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80651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724900" y="365125"/>
            <a:ext cx="2628900" cy="5811838"/>
          </a:xfrm>
        </p:spPr>
        <p:txBody>
          <a:bodyPr vert="eaVert"/>
          <a:lstStyle>
            <a:lvl1pPr>
              <a:defRPr lang="en-US" sz="3200" b="1" kern="1200" smtClean="0">
                <a:solidFill>
                  <a:srgbClr val="1F5CA9"/>
                </a:solidFill>
                <a:latin typeface="K2D" panose="00000500000000000000" pitchFamily="2" charset="-34"/>
                <a:ea typeface="+mn-ea"/>
                <a:cs typeface="+mn-cs"/>
              </a:defRPr>
            </a:lvl1pPr>
          </a:lstStyle>
          <a:p>
            <a:r>
              <a:rPr lang="en-US"/>
              <a:t>Tiêu đề</a:t>
            </a:r>
            <a:endParaRPr lang="en-US" dirty="0"/>
          </a:p>
        </p:txBody>
      </p:sp>
      <p:sp>
        <p:nvSpPr>
          <p:cNvPr id="13" name="Content Placeholder 9"/>
          <p:cNvSpPr>
            <a:spLocks noGrp="1"/>
          </p:cNvSpPr>
          <p:nvPr>
            <p:ph sz="quarter" idx="12" hasCustomPrompt="1"/>
          </p:nvPr>
        </p:nvSpPr>
        <p:spPr>
          <a:xfrm rot="5400000">
            <a:off x="1875631" y="-672303"/>
            <a:ext cx="5811837" cy="7886700"/>
          </a:xfrm>
        </p:spPr>
        <p:txBody>
          <a:bodyPr>
            <a:normAutofit/>
          </a:bodyPr>
          <a:lstStyle>
            <a:lvl1pPr marL="0" indent="0">
              <a:buNone/>
              <a:defRPr sz="2400" b="0" i="0">
                <a:latin typeface="Readex Pro" pitchFamily="2" charset="-78"/>
                <a:cs typeface="Readex Pro" pitchFamily="2" charset="-78"/>
              </a:defRPr>
            </a:lvl1pPr>
            <a:lvl2pPr marL="457200" indent="0">
              <a:buNone/>
              <a:defRPr sz="2000" b="0" i="0">
                <a:latin typeface="Readex Pro" pitchFamily="2" charset="-78"/>
                <a:cs typeface="Readex Pro" pitchFamily="2" charset="-78"/>
              </a:defRPr>
            </a:lvl2pPr>
            <a:lvl3pPr marL="914400" indent="0">
              <a:buNone/>
              <a:defRPr sz="1800" b="0" i="0">
                <a:latin typeface="Readex Pro" pitchFamily="2" charset="-78"/>
                <a:cs typeface="Readex Pro" pitchFamily="2" charset="-78"/>
              </a:defRPr>
            </a:lvl3pPr>
            <a:lvl4pPr marL="1371600" indent="0">
              <a:buNone/>
              <a:defRPr sz="1600" b="0" i="0">
                <a:latin typeface="Readex Pro" pitchFamily="2" charset="-78"/>
                <a:cs typeface="Readex Pro" pitchFamily="2" charset="-78"/>
              </a:defRPr>
            </a:lvl4pPr>
            <a:lvl5pPr marL="1828800" indent="0">
              <a:buNone/>
              <a:defRPr sz="1600" b="0" i="0">
                <a:latin typeface="Readex Pro" pitchFamily="2" charset="-78"/>
                <a:cs typeface="Readex Pro" pitchFamily="2" charset="-78"/>
              </a:defRPr>
            </a:lvl5pPr>
          </a:lstStyle>
          <a:p>
            <a:pPr lvl="0"/>
            <a:r>
              <a:rPr lang="en-US"/>
              <a:t>Nội dung</a:t>
            </a:r>
            <a:endParaRPr lang="en-US" dirty="0"/>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21981" y="51983"/>
            <a:ext cx="292100" cy="292100"/>
          </a:xfrm>
          <a:prstGeom prst="rect">
            <a:avLst/>
          </a:prstGeom>
        </p:spPr>
      </p:pic>
      <p:pic>
        <p:nvPicPr>
          <p:cNvPr id="19" name="Picture 18"/>
          <p:cNvPicPr>
            <a:picLocks noChangeAspect="1"/>
          </p:cNvPicPr>
          <p:nvPr userDrawn="1"/>
        </p:nvPicPr>
        <p:blipFill>
          <a:blip r:embed="rId3"/>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0E9D4A31-78FB-C50E-E557-1D6A2AB1B39D}"/>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2DE77047-2D78-10EA-8B2B-464D363FDA7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41B0BADC-EE2D-7AA3-FE84-68EB6BD21ECE}"/>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6EC3A035-1495-F2B0-9581-76B6F74E68E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BEFB4826-5D0F-51B0-8FB3-AF794F93FD9F}"/>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64DA189B-1ADB-AEB4-5954-98C27419F04D}"/>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6BD18312-4501-E052-78A4-D56485FF5E5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6BFB8709-60EF-0C2D-7AE6-97383C28A996}"/>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1A513177-236E-9D57-556A-25BA2A08A567}"/>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B60C45-18AD-EA2E-F8C7-09BC10A7EB8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4" name="Footer Placeholder 4">
            <a:extLst>
              <a:ext uri="{FF2B5EF4-FFF2-40B4-BE49-F238E27FC236}">
                <a16:creationId xmlns:a16="http://schemas.microsoft.com/office/drawing/2014/main" id="{06116A22-46CD-EA17-0317-B3A75C355C67}"/>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2725897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25583"/>
            <a:ext cx="10515600" cy="978408"/>
          </a:xfrm>
        </p:spPr>
        <p:txBody>
          <a:bodyPr/>
          <a:lstStyle>
            <a:lvl1pPr>
              <a:defRPr lang="en-US" sz="3200" b="1" kern="1200" baseline="0" smtClean="0">
                <a:solidFill>
                  <a:srgbClr val="1F5CA9"/>
                </a:solidFill>
                <a:latin typeface="K2D" panose="00000500000000000000" pitchFamily="2" charset="-34"/>
                <a:ea typeface="+mn-ea"/>
                <a:cs typeface="+mn-cs"/>
              </a:defRPr>
            </a:lvl1pPr>
          </a:lstStyle>
          <a:p>
            <a:r>
              <a:rPr lang="en-US"/>
              <a:t>Tiêu đề</a:t>
            </a:r>
            <a:endParaRPr lang="en-US" dirty="0"/>
          </a:p>
        </p:txBody>
      </p:sp>
      <p:pic>
        <p:nvPicPr>
          <p:cNvPr id="18" name="Picture 17">
            <a:extLst>
              <a:ext uri="{FF2B5EF4-FFF2-40B4-BE49-F238E27FC236}">
                <a16:creationId xmlns:a16="http://schemas.microsoft.com/office/drawing/2014/main" id="{3F628E4E-7D92-2696-C967-238AE8D19297}"/>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28" name="Picture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656" y="656757"/>
            <a:ext cx="292100" cy="292100"/>
          </a:xfrm>
          <a:prstGeom prst="rect">
            <a:avLst/>
          </a:prstGeom>
        </p:spPr>
      </p:pic>
      <p:pic>
        <p:nvPicPr>
          <p:cNvPr id="19" name="Picture 18"/>
          <p:cNvPicPr>
            <a:picLocks noChangeAspect="1"/>
          </p:cNvPicPr>
          <p:nvPr userDrawn="1"/>
        </p:nvPicPr>
        <p:blipFill>
          <a:blip r:embed="rId4"/>
          <a:stretch>
            <a:fillRect/>
          </a:stretch>
        </p:blipFill>
        <p:spPr>
          <a:xfrm>
            <a:off x="11987783" y="93587"/>
            <a:ext cx="107165" cy="107007"/>
          </a:xfrm>
          <a:prstGeom prst="rect">
            <a:avLst/>
          </a:prstGeom>
        </p:spPr>
      </p:pic>
      <p:sp>
        <p:nvSpPr>
          <p:cNvPr id="3" name="Slide Number Placeholder 5">
            <a:extLst>
              <a:ext uri="{FF2B5EF4-FFF2-40B4-BE49-F238E27FC236}">
                <a16:creationId xmlns:a16="http://schemas.microsoft.com/office/drawing/2014/main" id="{ACD306E5-CFB4-AF8E-362E-7264A2EE8FC3}"/>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17E40D7E-4410-6230-80DF-9F48DDD5A2AE}"/>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F571A584-94A8-DB0F-72C3-58733380A872}"/>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9E163D15-A7C4-C136-3C34-D85D43DF91DC}"/>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CCA5ACA2-579F-CD83-86DA-E253A52172C6}"/>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9C5BCA61-C1DF-F935-9A58-6E188F2CB055}"/>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368E80D1-1F87-F099-C499-A6D08F0D1B73}"/>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0" name="TextBox 9">
            <a:extLst>
              <a:ext uri="{FF2B5EF4-FFF2-40B4-BE49-F238E27FC236}">
                <a16:creationId xmlns:a16="http://schemas.microsoft.com/office/drawing/2014/main" id="{87DD4F89-FFA6-2586-6CFF-BAD9CA9BBED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34ADDEC2-86AA-36BA-1460-FC4BE106E1D1}"/>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900BAA20-270C-6BB8-126D-274EA4BC3237}"/>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3" name="Footer Placeholder 4">
            <a:extLst>
              <a:ext uri="{FF2B5EF4-FFF2-40B4-BE49-F238E27FC236}">
                <a16:creationId xmlns:a16="http://schemas.microsoft.com/office/drawing/2014/main" id="{5E3DB167-B4F8-7DE2-3FE9-16BA7DFC448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229575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Whi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977A98-B16D-37D0-150B-AA6EC7793AF8}"/>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pic>
        <p:nvPicPr>
          <p:cNvPr id="15" name="Picture 14"/>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00AAABEF-0466-E8D9-7159-4498725EB239}"/>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AB5B4BC4-A4A2-B7AE-36B8-5F8601CBD24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D43324B4-3F68-C3A0-CCD5-76223DA44378}"/>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CCAF8661-5038-9FE1-BBA8-946867DADAB0}"/>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9C383C5A-EDBD-9F53-185B-2E7B394F3459}"/>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4FA2C68B-0393-7A63-49AA-3FFE7FE14C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E0CA16E1-AF2D-D0AA-1F01-070BA884ACD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7BCC7B34-3035-0952-6B45-935B76D988E3}"/>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1" name="Picture 10">
            <a:extLst>
              <a:ext uri="{FF2B5EF4-FFF2-40B4-BE49-F238E27FC236}">
                <a16:creationId xmlns:a16="http://schemas.microsoft.com/office/drawing/2014/main" id="{2A7B063C-9DEE-224B-8FD3-B578122F7010}"/>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2" name="Date Placeholder 3">
            <a:extLst>
              <a:ext uri="{FF2B5EF4-FFF2-40B4-BE49-F238E27FC236}">
                <a16:creationId xmlns:a16="http://schemas.microsoft.com/office/drawing/2014/main" id="{AA004C0A-B376-851D-1C1F-61573C0B972E}"/>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6" name="Footer Placeholder 4">
            <a:extLst>
              <a:ext uri="{FF2B5EF4-FFF2-40B4-BE49-F238E27FC236}">
                <a16:creationId xmlns:a16="http://schemas.microsoft.com/office/drawing/2014/main" id="{AD28DB7B-FFF4-7151-C18D-3C7D5D9D8F6F}"/>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1263690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Blue 1">
    <p:bg>
      <p:bgPr>
        <a:solidFill>
          <a:srgbClr val="1F5CA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F29CC0-A8E3-7B26-83F7-23FD30C83BAD}"/>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sp>
        <p:nvSpPr>
          <p:cNvPr id="13" name="Rectangle 12">
            <a:extLst>
              <a:ext uri="{FF2B5EF4-FFF2-40B4-BE49-F238E27FC236}">
                <a16:creationId xmlns:a16="http://schemas.microsoft.com/office/drawing/2014/main" id="{ECA7CBBB-5BEC-4156-BB0B-762A1656305F}"/>
              </a:ext>
            </a:extLst>
          </p:cNvPr>
          <p:cNvSpPr/>
          <p:nvPr userDrawn="1"/>
        </p:nvSpPr>
        <p:spPr>
          <a:xfrm>
            <a:off x="135235" y="6474525"/>
            <a:ext cx="544432"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grpSp>
        <p:nvGrpSpPr>
          <p:cNvPr id="14" name="Group 13">
            <a:extLst>
              <a:ext uri="{FF2B5EF4-FFF2-40B4-BE49-F238E27FC236}">
                <a16:creationId xmlns:a16="http://schemas.microsoft.com/office/drawing/2014/main" id="{44E0175B-DA75-48B5-9D9D-69732B703EF5}"/>
              </a:ext>
            </a:extLst>
          </p:cNvPr>
          <p:cNvGrpSpPr/>
          <p:nvPr userDrawn="1"/>
        </p:nvGrpSpPr>
        <p:grpSpPr>
          <a:xfrm>
            <a:off x="205437" y="6454898"/>
            <a:ext cx="544432" cy="365125"/>
            <a:chOff x="119712" y="6454898"/>
            <a:chExt cx="544432" cy="365125"/>
          </a:xfrm>
        </p:grpSpPr>
        <p:sp>
          <p:nvSpPr>
            <p:cNvPr id="20" name="Rectangle 19">
              <a:extLst>
                <a:ext uri="{FF2B5EF4-FFF2-40B4-BE49-F238E27FC236}">
                  <a16:creationId xmlns:a16="http://schemas.microsoft.com/office/drawing/2014/main" id="{3FADB430-7D50-4978-89C8-6C6EBBB3035E}"/>
                </a:ext>
              </a:extLst>
            </p:cNvPr>
            <p:cNvSpPr/>
            <p:nvPr userDrawn="1"/>
          </p:nvSpPr>
          <p:spPr>
            <a:xfrm>
              <a:off x="119712" y="6488235"/>
              <a:ext cx="544432" cy="298450"/>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21" name="Slide Number Placeholder 5">
              <a:extLst>
                <a:ext uri="{FF2B5EF4-FFF2-40B4-BE49-F238E27FC236}">
                  <a16:creationId xmlns:a16="http://schemas.microsoft.com/office/drawing/2014/main" id="{7688F936-0D30-441F-BBA9-66AE32197B6A}"/>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grpSp>
      <p:sp>
        <p:nvSpPr>
          <p:cNvPr id="22" name="Date Placeholder 3">
            <a:extLst>
              <a:ext uri="{FF2B5EF4-FFF2-40B4-BE49-F238E27FC236}">
                <a16:creationId xmlns:a16="http://schemas.microsoft.com/office/drawing/2014/main" id="{4F36C960-0DDB-40F7-96C6-0E5E092E47ED}"/>
              </a:ext>
            </a:extLst>
          </p:cNvPr>
          <p:cNvSpPr>
            <a:spLocks noGrp="1"/>
          </p:cNvSpPr>
          <p:nvPr>
            <p:ph type="dt" sz="half" idx="10"/>
          </p:nvPr>
        </p:nvSpPr>
        <p:spPr>
          <a:xfrm>
            <a:off x="914400" y="6548263"/>
            <a:ext cx="2743200"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11/28/2025</a:t>
            </a:fld>
            <a:endParaRPr lang="en-US"/>
          </a:p>
        </p:txBody>
      </p:sp>
      <p:sp>
        <p:nvSpPr>
          <p:cNvPr id="24" name="Footer Placeholder 4">
            <a:extLst>
              <a:ext uri="{FF2B5EF4-FFF2-40B4-BE49-F238E27FC236}">
                <a16:creationId xmlns:a16="http://schemas.microsoft.com/office/drawing/2014/main" id="{EB56B231-F846-4811-B632-4AB4BAA986FB}"/>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
        <p:nvSpPr>
          <p:cNvPr id="31" name="TextBox 30">
            <a:extLst>
              <a:ext uri="{FF2B5EF4-FFF2-40B4-BE49-F238E27FC236}">
                <a16:creationId xmlns:a16="http://schemas.microsoft.com/office/drawing/2014/main" id="{44250632-77FB-405A-BBE8-9981579CE7EF}"/>
              </a:ext>
            </a:extLst>
          </p:cNvPr>
          <p:cNvSpPr txBox="1"/>
          <p:nvPr/>
        </p:nvSpPr>
        <p:spPr>
          <a:xfrm>
            <a:off x="8176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sp>
        <p:nvSpPr>
          <p:cNvPr id="32" name="TextBox 31">
            <a:extLst>
              <a:ext uri="{FF2B5EF4-FFF2-40B4-BE49-F238E27FC236}">
                <a16:creationId xmlns:a16="http://schemas.microsoft.com/office/drawing/2014/main" id="{12F06559-0D08-475B-BB2B-C2AD79E1EA9A}"/>
              </a:ext>
            </a:extLst>
          </p:cNvPr>
          <p:cNvSpPr txBox="1"/>
          <p:nvPr userDrawn="1"/>
        </p:nvSpPr>
        <p:spPr>
          <a:xfrm>
            <a:off x="10536385"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pic>
        <p:nvPicPr>
          <p:cNvPr id="33" name="Picture 32">
            <a:extLst>
              <a:ext uri="{FF2B5EF4-FFF2-40B4-BE49-F238E27FC236}">
                <a16:creationId xmlns:a16="http://schemas.microsoft.com/office/drawing/2014/main" id="{7A2DBFB6-FB51-4349-AD79-DB5E3B289A6C}"/>
              </a:ext>
            </a:extLst>
          </p:cNvPr>
          <p:cNvPicPr>
            <a:picLocks noChangeAspect="1"/>
          </p:cNvPicPr>
          <p:nvPr userDrawn="1"/>
        </p:nvPicPr>
        <p:blipFill>
          <a:blip r:embed="rId3"/>
          <a:stretch>
            <a:fillRect/>
          </a:stretch>
        </p:blipFill>
        <p:spPr>
          <a:xfrm>
            <a:off x="2602785" y="6488354"/>
            <a:ext cx="9336024" cy="118217"/>
          </a:xfrm>
          <a:prstGeom prst="rect">
            <a:avLst/>
          </a:prstGeom>
        </p:spPr>
      </p:pic>
      <p:sp>
        <p:nvSpPr>
          <p:cNvPr id="15" name="TextBox 14">
            <a:extLst>
              <a:ext uri="{FF2B5EF4-FFF2-40B4-BE49-F238E27FC236}">
                <a16:creationId xmlns:a16="http://schemas.microsoft.com/office/drawing/2014/main" id="{E3741078-A544-42D3-8CE7-5F2F115BABE0}"/>
              </a:ext>
            </a:extLst>
          </p:cNvPr>
          <p:cNvSpPr txBox="1"/>
          <p:nvPr userDrawn="1"/>
        </p:nvSpPr>
        <p:spPr>
          <a:xfrm>
            <a:off x="8176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grpSp>
        <p:nvGrpSpPr>
          <p:cNvPr id="2" name="Group 1">
            <a:extLst>
              <a:ext uri="{FF2B5EF4-FFF2-40B4-BE49-F238E27FC236}">
                <a16:creationId xmlns:a16="http://schemas.microsoft.com/office/drawing/2014/main" id="{99C7F682-0100-EB65-9EF7-68F4E1527F64}"/>
              </a:ext>
            </a:extLst>
          </p:cNvPr>
          <p:cNvGrpSpPr/>
          <p:nvPr userDrawn="1"/>
        </p:nvGrpSpPr>
        <p:grpSpPr>
          <a:xfrm rot="5400000" flipH="1">
            <a:off x="11994349" y="89858"/>
            <a:ext cx="108319" cy="107166"/>
            <a:chOff x="9886950" y="442913"/>
            <a:chExt cx="216694" cy="214386"/>
          </a:xfrm>
        </p:grpSpPr>
        <p:sp>
          <p:nvSpPr>
            <p:cNvPr id="3" name="Rectangle: Rounded Corners 2">
              <a:extLst>
                <a:ext uri="{FF2B5EF4-FFF2-40B4-BE49-F238E27FC236}">
                  <a16:creationId xmlns:a16="http://schemas.microsoft.com/office/drawing/2014/main" id="{7B12206D-0D33-F7BF-D5C3-71176B0C507A}"/>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958F7DE-9367-1A7B-0471-C642F47C03A3}"/>
                </a:ext>
              </a:extLst>
            </p:cNvPr>
            <p:cNvSpPr/>
            <p:nvPr userDrawn="1"/>
          </p:nvSpPr>
          <p:spPr>
            <a:xfrm>
              <a:off x="10006013" y="559668"/>
              <a:ext cx="97631" cy="97631"/>
            </a:xfrm>
            <a:prstGeom prst="roundRect">
              <a:avLst/>
            </a:prstGeom>
            <a:solidFill>
              <a:srgbClr val="00A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FF2EDA6-9276-E821-1BDA-7B118853E64D}"/>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54608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Blue 2">
    <p:bg>
      <p:bgPr>
        <a:solidFill>
          <a:srgbClr val="00B0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A39DEC0-0415-D667-18C3-EEA5AEBABEAC}"/>
              </a:ext>
            </a:extLst>
          </p:cNvPr>
          <p:cNvPicPr>
            <a:picLocks noChangeAspect="1"/>
          </p:cNvPicPr>
          <p:nvPr userDrawn="1"/>
        </p:nvPicPr>
        <p: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4369124" y="1727802"/>
            <a:ext cx="3453753" cy="3402396"/>
          </a:xfrm>
          <a:prstGeom prst="rect">
            <a:avLst/>
          </a:prstGeom>
        </p:spPr>
      </p:pic>
      <p:grpSp>
        <p:nvGrpSpPr>
          <p:cNvPr id="6" name="Group 5">
            <a:extLst>
              <a:ext uri="{FF2B5EF4-FFF2-40B4-BE49-F238E27FC236}">
                <a16:creationId xmlns:a16="http://schemas.microsoft.com/office/drawing/2014/main" id="{E74BF315-D1FC-6421-060B-3FFD387F1B1D}"/>
              </a:ext>
            </a:extLst>
          </p:cNvPr>
          <p:cNvGrpSpPr/>
          <p:nvPr userDrawn="1"/>
        </p:nvGrpSpPr>
        <p:grpSpPr>
          <a:xfrm rot="5400000" flipH="1">
            <a:off x="11994349" y="89858"/>
            <a:ext cx="108319" cy="107166"/>
            <a:chOff x="9886950" y="442913"/>
            <a:chExt cx="216694" cy="214386"/>
          </a:xfrm>
        </p:grpSpPr>
        <p:sp>
          <p:nvSpPr>
            <p:cNvPr id="7" name="Rectangle: Rounded Corners 6">
              <a:extLst>
                <a:ext uri="{FF2B5EF4-FFF2-40B4-BE49-F238E27FC236}">
                  <a16:creationId xmlns:a16="http://schemas.microsoft.com/office/drawing/2014/main" id="{D2D3478F-4D6B-F3FC-93EE-781955B168ED}"/>
                </a:ext>
              </a:extLst>
            </p:cNvPr>
            <p:cNvSpPr/>
            <p:nvPr userDrawn="1"/>
          </p:nvSpPr>
          <p:spPr>
            <a:xfrm>
              <a:off x="9886950" y="442913"/>
              <a:ext cx="97631" cy="97631"/>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0E6027-7A58-80A0-C4DE-BD292242A19B}"/>
                </a:ext>
              </a:extLst>
            </p:cNvPr>
            <p:cNvSpPr/>
            <p:nvPr userDrawn="1"/>
          </p:nvSpPr>
          <p:spPr>
            <a:xfrm>
              <a:off x="10006013" y="559668"/>
              <a:ext cx="97631" cy="97631"/>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C39217D-11B2-EC58-7DB9-670BADCEC0E6}"/>
                </a:ext>
              </a:extLst>
            </p:cNvPr>
            <p:cNvSpPr/>
            <p:nvPr userDrawn="1"/>
          </p:nvSpPr>
          <p:spPr>
            <a:xfrm>
              <a:off x="10006013" y="442913"/>
              <a:ext cx="97631" cy="97631"/>
            </a:xfrm>
            <a:prstGeom prst="roundRect">
              <a:avLst/>
            </a:prstGeom>
            <a:solidFill>
              <a:srgbClr val="CC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669E2A5B-C398-3A54-39BB-1A10AD77A4C3}"/>
              </a:ext>
            </a:extLst>
          </p:cNvPr>
          <p:cNvPicPr>
            <a:picLocks noChangeAspect="1"/>
          </p:cNvPicPr>
          <p:nvPr userDrawn="1"/>
        </p:nvPicPr>
        <p:blipFill>
          <a:blip r:embed="rId3"/>
          <a:stretch>
            <a:fillRect/>
          </a:stretch>
        </p:blipFill>
        <p:spPr>
          <a:xfrm>
            <a:off x="2599612" y="6488270"/>
            <a:ext cx="9336024" cy="118110"/>
          </a:xfrm>
          <a:prstGeom prst="rect">
            <a:avLst/>
          </a:prstGeom>
        </p:spPr>
      </p:pic>
      <p:sp>
        <p:nvSpPr>
          <p:cNvPr id="3" name="Slide Number Placeholder 5">
            <a:extLst>
              <a:ext uri="{FF2B5EF4-FFF2-40B4-BE49-F238E27FC236}">
                <a16:creationId xmlns:a16="http://schemas.microsoft.com/office/drawing/2014/main" id="{540C400F-3AEE-5C28-4A10-78CBA14078B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4" name="Rectangle 3">
            <a:extLst>
              <a:ext uri="{FF2B5EF4-FFF2-40B4-BE49-F238E27FC236}">
                <a16:creationId xmlns:a16="http://schemas.microsoft.com/office/drawing/2014/main" id="{3FA79BBA-69C1-570D-F28E-9BB9C6ACBEC1}"/>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5" name="Rectangle 4">
            <a:extLst>
              <a:ext uri="{FF2B5EF4-FFF2-40B4-BE49-F238E27FC236}">
                <a16:creationId xmlns:a16="http://schemas.microsoft.com/office/drawing/2014/main" id="{ACC30C32-8749-8F9D-AFB9-200DC55D9965}"/>
              </a:ext>
            </a:extLst>
          </p:cNvPr>
          <p:cNvSpPr/>
          <p:nvPr userDrawn="1"/>
        </p:nvSpPr>
        <p:spPr>
          <a:xfrm>
            <a:off x="11577955" y="6548263"/>
            <a:ext cx="340536" cy="1703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11" name="Slide Number Placeholder 5">
            <a:extLst>
              <a:ext uri="{FF2B5EF4-FFF2-40B4-BE49-F238E27FC236}">
                <a16:creationId xmlns:a16="http://schemas.microsoft.com/office/drawing/2014/main" id="{636664E3-F587-5BFA-8277-C0DDF1B0FB4D}"/>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12" name="Group 11">
            <a:extLst>
              <a:ext uri="{FF2B5EF4-FFF2-40B4-BE49-F238E27FC236}">
                <a16:creationId xmlns:a16="http://schemas.microsoft.com/office/drawing/2014/main" id="{7AF36890-856E-2F7B-8E55-A33B790D7C18}"/>
              </a:ext>
            </a:extLst>
          </p:cNvPr>
          <p:cNvGrpSpPr/>
          <p:nvPr userDrawn="1"/>
        </p:nvGrpSpPr>
        <p:grpSpPr>
          <a:xfrm>
            <a:off x="817685" y="6410864"/>
            <a:ext cx="2760487" cy="403790"/>
            <a:chOff x="741485" y="6410864"/>
            <a:chExt cx="2760487" cy="403790"/>
          </a:xfrm>
        </p:grpSpPr>
        <p:sp>
          <p:nvSpPr>
            <p:cNvPr id="13" name="TextBox 12">
              <a:extLst>
                <a:ext uri="{FF2B5EF4-FFF2-40B4-BE49-F238E27FC236}">
                  <a16:creationId xmlns:a16="http://schemas.microsoft.com/office/drawing/2014/main" id="{63B2CBB7-80CC-0503-06CA-B293272E754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chemeClr val="bg1"/>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chemeClr val="bg1"/>
                </a:solidFill>
                <a:effectLst/>
                <a:uLnTx/>
                <a:uFillTx/>
                <a:latin typeface="Readex Pro" pitchFamily="2" charset="-78"/>
                <a:ea typeface="+mn-ea"/>
                <a:cs typeface="+mn-cs"/>
              </a:endParaRPr>
            </a:p>
          </p:txBody>
        </p:sp>
        <p:sp>
          <p:nvSpPr>
            <p:cNvPr id="15" name="TextBox 14">
              <a:extLst>
                <a:ext uri="{FF2B5EF4-FFF2-40B4-BE49-F238E27FC236}">
                  <a16:creationId xmlns:a16="http://schemas.microsoft.com/office/drawing/2014/main" id="{6E49DC9B-DB28-1334-ACD6-A7837974CC5D}"/>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chemeClr val="bg1"/>
                  </a:solidFill>
                  <a:latin typeface="K2D" panose="00000500000000000000" pitchFamily="2" charset="-34"/>
                </a:rPr>
                <a:t>ĐẠI HỌC CẦN THƠ</a:t>
              </a:r>
              <a:endParaRPr lang="en-US" sz="1400" b="1">
                <a:solidFill>
                  <a:schemeClr val="bg1"/>
                </a:solidFill>
                <a:latin typeface="K2D" panose="00000500000000000000" pitchFamily="2" charset="-34"/>
              </a:endParaRPr>
            </a:p>
          </p:txBody>
        </p:sp>
      </p:grpSp>
      <p:sp>
        <p:nvSpPr>
          <p:cNvPr id="16" name="TextBox 15">
            <a:extLst>
              <a:ext uri="{FF2B5EF4-FFF2-40B4-BE49-F238E27FC236}">
                <a16:creationId xmlns:a16="http://schemas.microsoft.com/office/drawing/2014/main" id="{2896B089-ECA6-A22E-B1B3-DEA30DA3A29D}"/>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chemeClr val="bg1"/>
                </a:solidFill>
                <a:latin typeface="K2D" panose="00000500000000000000" pitchFamily="2" charset="-34"/>
                <a:cs typeface="Readex Pro" pitchFamily="2" charset="-78"/>
              </a:rPr>
              <a:t>www.ctu.edu.vn</a:t>
            </a:r>
          </a:p>
        </p:txBody>
      </p:sp>
      <p:sp>
        <p:nvSpPr>
          <p:cNvPr id="18" name="Date Placeholder 3">
            <a:extLst>
              <a:ext uri="{FF2B5EF4-FFF2-40B4-BE49-F238E27FC236}">
                <a16:creationId xmlns:a16="http://schemas.microsoft.com/office/drawing/2014/main" id="{3CA8C4BA-A884-9E59-FFE3-0B919D005D37}"/>
              </a:ext>
            </a:extLst>
          </p:cNvPr>
          <p:cNvSpPr>
            <a:spLocks noGrp="1"/>
          </p:cNvSpPr>
          <p:nvPr>
            <p:ph type="dt" sz="half" idx="10"/>
          </p:nvPr>
        </p:nvSpPr>
        <p:spPr>
          <a:xfrm>
            <a:off x="1218484" y="6548263"/>
            <a:ext cx="2381966" cy="365125"/>
          </a:xfrm>
        </p:spPr>
        <p:txBody>
          <a:bodyPr/>
          <a:lstStyle>
            <a:lvl1pPr algn="r">
              <a:defRPr b="1">
                <a:solidFill>
                  <a:schemeClr val="bg1"/>
                </a:solidFill>
                <a:latin typeface="K2D" panose="00000500000000000000" pitchFamily="2" charset="-34"/>
              </a:defRPr>
            </a:lvl1pPr>
          </a:lstStyle>
          <a:p>
            <a:fld id="{D86B3AB3-BDCC-41BF-8781-963E853753C3}" type="datetime1">
              <a:rPr lang="en-US" smtClean="0"/>
              <a:pPr/>
              <a:t>11/28/2025</a:t>
            </a:fld>
            <a:endParaRPr lang="en-US"/>
          </a:p>
        </p:txBody>
      </p:sp>
      <p:sp>
        <p:nvSpPr>
          <p:cNvPr id="21" name="Footer Placeholder 4">
            <a:extLst>
              <a:ext uri="{FF2B5EF4-FFF2-40B4-BE49-F238E27FC236}">
                <a16:creationId xmlns:a16="http://schemas.microsoft.com/office/drawing/2014/main" id="{79B8DE1D-7394-99A3-7495-C14CDDA1EC25}"/>
              </a:ext>
            </a:extLst>
          </p:cNvPr>
          <p:cNvSpPr>
            <a:spLocks noGrp="1"/>
          </p:cNvSpPr>
          <p:nvPr>
            <p:ph type="ftr" sz="quarter" idx="11"/>
          </p:nvPr>
        </p:nvSpPr>
        <p:spPr>
          <a:xfrm>
            <a:off x="4038600" y="6548263"/>
            <a:ext cx="4114800" cy="365125"/>
          </a:xfrm>
        </p:spPr>
        <p:txBody>
          <a:bodyPr/>
          <a:lstStyle>
            <a:lvl1pPr algn="l">
              <a:defRPr b="1">
                <a:solidFill>
                  <a:schemeClr val="bg1"/>
                </a:solidFill>
                <a:latin typeface="K2D" panose="00000500000000000000" pitchFamily="2" charset="-34"/>
              </a:defRPr>
            </a:lvl1pPr>
          </a:lstStyle>
          <a:p>
            <a:endParaRPr lang="en-US"/>
          </a:p>
        </p:txBody>
      </p:sp>
    </p:spTree>
    <p:extLst>
      <p:ext uri="{BB962C8B-B14F-4D97-AF65-F5344CB8AC3E}">
        <p14:creationId xmlns:p14="http://schemas.microsoft.com/office/powerpoint/2010/main" val="357117270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acbook 1">
    <p:spTree>
      <p:nvGrpSpPr>
        <p:cNvPr id="1" name=""/>
        <p:cNvGrpSpPr/>
        <p:nvPr/>
      </p:nvGrpSpPr>
      <p:grpSpPr>
        <a:xfrm>
          <a:off x="0" y="0"/>
          <a:ext cx="0" cy="0"/>
          <a:chOff x="0" y="0"/>
          <a:chExt cx="0" cy="0"/>
        </a:xfrm>
      </p:grpSpPr>
      <p:grpSp>
        <p:nvGrpSpPr>
          <p:cNvPr id="10" name="9Slide.vn 1">
            <a:extLst>
              <a:ext uri="{FF2B5EF4-FFF2-40B4-BE49-F238E27FC236}">
                <a16:creationId xmlns:a16="http://schemas.microsoft.com/office/drawing/2014/main" id="{2946107B-86B5-4108-B9D9-FBE88B6AF6A9}"/>
              </a:ext>
            </a:extLst>
          </p:cNvPr>
          <p:cNvGrpSpPr/>
          <p:nvPr userDrawn="1"/>
        </p:nvGrpSpPr>
        <p:grpSpPr>
          <a:xfrm>
            <a:off x="2262706"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3219450"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pic>
        <p:nvPicPr>
          <p:cNvPr id="29" name="Picture 28"/>
          <p:cNvPicPr>
            <a:picLocks noChangeAspect="1"/>
          </p:cNvPicPr>
          <p:nvPr userDrawn="1"/>
        </p:nvPicPr>
        <p:blipFill>
          <a:blip r:embed="rId2"/>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66F8249F-933F-27B4-037F-1BE57AC729CC}"/>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B72D8527-F93B-EB58-7740-2C078C40D098}"/>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02B52FF-C488-9746-1718-20EBF7C6F69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5C91F8AA-07ED-7376-C0C8-2331E007AE38}"/>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A998A477-5FFB-8A7A-8F05-0A80F04AEFB7}"/>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1725ED5-67ED-5B9A-3DCA-1DE0F4C58341}"/>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4E9266B7-33A3-424D-B662-BE0A9937A840}"/>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A686A9F9-4156-B900-5857-6016C3E85FAB}"/>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9D0D5907-9052-863A-8BCC-EF17800E64D9}"/>
              </a:ext>
            </a:extLst>
          </p:cNvPr>
          <p:cNvPicPr>
            <a:picLocks noChangeAspect="1"/>
          </p:cNvPicPr>
          <p:nvPr userDrawn="1"/>
        </p:nvPicPr>
        <p:blipFill>
          <a:blip r:embed="rId3"/>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BF2144C9-292D-3866-E801-4F565FEE1A80}"/>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4" name="Footer Placeholder 4">
            <a:extLst>
              <a:ext uri="{FF2B5EF4-FFF2-40B4-BE49-F238E27FC236}">
                <a16:creationId xmlns:a16="http://schemas.microsoft.com/office/drawing/2014/main" id="{9BEA6383-5223-C237-6EF3-C8B51BE5EDAA}"/>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6215344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acbook 2">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DADA73C-32DA-6364-6627-ED34BFEF2D0C}"/>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2642247" y="1727802"/>
            <a:ext cx="3453753" cy="3402396"/>
          </a:xfrm>
          <a:prstGeom prst="rect">
            <a:avLst/>
          </a:prstGeom>
        </p:spPr>
      </p:pic>
      <p:grpSp>
        <p:nvGrpSpPr>
          <p:cNvPr id="10" name="9Slide.vn 1">
            <a:extLst>
              <a:ext uri="{FF2B5EF4-FFF2-40B4-BE49-F238E27FC236}">
                <a16:creationId xmlns:a16="http://schemas.microsoft.com/office/drawing/2014/main" id="{2946107B-86B5-4108-B9D9-FBE88B6AF6A9}"/>
              </a:ext>
            </a:extLst>
          </p:cNvPr>
          <p:cNvGrpSpPr/>
          <p:nvPr userDrawn="1"/>
        </p:nvGrpSpPr>
        <p:grpSpPr>
          <a:xfrm>
            <a:off x="5868547" y="1080007"/>
            <a:ext cx="7666588" cy="4425443"/>
            <a:chOff x="2738438" y="30163"/>
            <a:chExt cx="11828463" cy="6827838"/>
          </a:xfrm>
        </p:grpSpPr>
        <p:sp>
          <p:nvSpPr>
            <p:cNvPr id="17" name="9Slide.vn 2">
              <a:extLst>
                <a:ext uri="{FF2B5EF4-FFF2-40B4-BE49-F238E27FC236}">
                  <a16:creationId xmlns:a16="http://schemas.microsoft.com/office/drawing/2014/main" id="{4C6E1B3E-70F8-4E17-8666-2C90A7910CF5}"/>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8" name="9Slide.vn 3">
              <a:extLst>
                <a:ext uri="{FF2B5EF4-FFF2-40B4-BE49-F238E27FC236}">
                  <a16:creationId xmlns:a16="http://schemas.microsoft.com/office/drawing/2014/main" id="{1C3B9052-DF89-48DA-900D-596E0ADF2E86}"/>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19" name="9Slide.vn 4">
              <a:extLst>
                <a:ext uri="{FF2B5EF4-FFF2-40B4-BE49-F238E27FC236}">
                  <a16:creationId xmlns:a16="http://schemas.microsoft.com/office/drawing/2014/main" id="{838BE831-98C4-4DA1-B95C-84B293ECEAEE}"/>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0" name="9Slide.vn 5">
              <a:extLst>
                <a:ext uri="{FF2B5EF4-FFF2-40B4-BE49-F238E27FC236}">
                  <a16:creationId xmlns:a16="http://schemas.microsoft.com/office/drawing/2014/main" id="{9441EC7C-061E-4558-9FF8-E9B0DA0F84AA}"/>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1" name="9Slide.vn 6">
              <a:extLst>
                <a:ext uri="{FF2B5EF4-FFF2-40B4-BE49-F238E27FC236}">
                  <a16:creationId xmlns:a16="http://schemas.microsoft.com/office/drawing/2014/main" id="{F4AB6E09-791B-48E7-B2E0-4762432F77AB}"/>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2" name="9Slide.vn 7">
              <a:extLst>
                <a:ext uri="{FF2B5EF4-FFF2-40B4-BE49-F238E27FC236}">
                  <a16:creationId xmlns:a16="http://schemas.microsoft.com/office/drawing/2014/main" id="{FF3498DC-8213-4932-9704-8122CCB4C5A1}"/>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sp>
          <p:nvSpPr>
            <p:cNvPr id="23" name="9Slide.vn 8">
              <a:extLst>
                <a:ext uri="{FF2B5EF4-FFF2-40B4-BE49-F238E27FC236}">
                  <a16:creationId xmlns:a16="http://schemas.microsoft.com/office/drawing/2014/main" id="{344E556A-A4C9-4D98-B474-D2B99294DACD}"/>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0" i="0">
                <a:latin typeface="K2D" panose="00000500000000000000" pitchFamily="2" charset="-34"/>
              </a:endParaRPr>
            </a:p>
          </p:txBody>
        </p:sp>
      </p:grpSp>
      <p:sp>
        <p:nvSpPr>
          <p:cNvPr id="5" name="Picture Placeholder 4"/>
          <p:cNvSpPr>
            <a:spLocks noGrp="1"/>
          </p:cNvSpPr>
          <p:nvPr>
            <p:ph type="pic" sz="quarter" idx="12" hasCustomPrompt="1"/>
          </p:nvPr>
        </p:nvSpPr>
        <p:spPr>
          <a:xfrm>
            <a:off x="6825291" y="1400175"/>
            <a:ext cx="5762625" cy="3600450"/>
          </a:xfrm>
          <a:solidFill>
            <a:schemeClr val="bg1">
              <a:lumMod val="95000"/>
            </a:schemeClr>
          </a:solidFill>
        </p:spPr>
        <p:txBody>
          <a:bodyPr anchor="ctr" anchorCtr="0"/>
          <a:lstStyle>
            <a:lvl1pPr marL="0" indent="0" algn="ctr">
              <a:buNone/>
              <a:defRPr/>
            </a:lvl1pPr>
          </a:lstStyle>
          <a:p>
            <a:r>
              <a:rPr lang="en-US"/>
              <a:t>Thêm ảnh</a:t>
            </a:r>
          </a:p>
        </p:txBody>
      </p:sp>
      <p:sp>
        <p:nvSpPr>
          <p:cNvPr id="24" name="Title 1"/>
          <p:cNvSpPr>
            <a:spLocks noGrp="1"/>
          </p:cNvSpPr>
          <p:nvPr>
            <p:ph type="ctrTitle" hasCustomPrompt="1"/>
          </p:nvPr>
        </p:nvSpPr>
        <p:spPr>
          <a:xfrm>
            <a:off x="514349" y="1400175"/>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3160711"/>
            <a:ext cx="5153026" cy="1839914"/>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31" name="Picture 30"/>
          <p:cNvPicPr>
            <a:picLocks noChangeAspect="1"/>
          </p:cNvPicPr>
          <p:nvPr userDrawn="1"/>
        </p:nvPicPr>
        <p:blipFill>
          <a:blip r:embed="rId3"/>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1005A496-97A9-F2E6-5A93-82ED29991805}"/>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3C5E9CB3-D945-22DB-F3B1-01E643966ACF}"/>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F4D6A3BA-05EA-D4A6-D520-6A0BBE9ACFC1}"/>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6" name="Slide Number Placeholder 5">
            <a:extLst>
              <a:ext uri="{FF2B5EF4-FFF2-40B4-BE49-F238E27FC236}">
                <a16:creationId xmlns:a16="http://schemas.microsoft.com/office/drawing/2014/main" id="{C181D0D4-C58F-2943-9F96-7367FEA221D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7" name="Group 6">
            <a:extLst>
              <a:ext uri="{FF2B5EF4-FFF2-40B4-BE49-F238E27FC236}">
                <a16:creationId xmlns:a16="http://schemas.microsoft.com/office/drawing/2014/main" id="{05313E83-E883-5D3C-7410-B094E1918C1E}"/>
              </a:ext>
            </a:extLst>
          </p:cNvPr>
          <p:cNvGrpSpPr/>
          <p:nvPr userDrawn="1"/>
        </p:nvGrpSpPr>
        <p:grpSpPr>
          <a:xfrm>
            <a:off x="817685" y="6410864"/>
            <a:ext cx="2760487" cy="403790"/>
            <a:chOff x="741485" y="6410864"/>
            <a:chExt cx="2760487" cy="403790"/>
          </a:xfrm>
        </p:grpSpPr>
        <p:sp>
          <p:nvSpPr>
            <p:cNvPr id="8" name="TextBox 7">
              <a:extLst>
                <a:ext uri="{FF2B5EF4-FFF2-40B4-BE49-F238E27FC236}">
                  <a16:creationId xmlns:a16="http://schemas.microsoft.com/office/drawing/2014/main" id="{8D148F3C-F670-4585-6238-F7F73412182A}"/>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9" name="TextBox 8">
              <a:extLst>
                <a:ext uri="{FF2B5EF4-FFF2-40B4-BE49-F238E27FC236}">
                  <a16:creationId xmlns:a16="http://schemas.microsoft.com/office/drawing/2014/main" id="{9D5B6593-3DAF-E642-22A3-B33B2E999E01}"/>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11" name="TextBox 10">
            <a:extLst>
              <a:ext uri="{FF2B5EF4-FFF2-40B4-BE49-F238E27FC236}">
                <a16:creationId xmlns:a16="http://schemas.microsoft.com/office/drawing/2014/main" id="{D612E298-D721-FB54-E8B1-308FB365446A}"/>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2" name="Picture 11">
            <a:extLst>
              <a:ext uri="{FF2B5EF4-FFF2-40B4-BE49-F238E27FC236}">
                <a16:creationId xmlns:a16="http://schemas.microsoft.com/office/drawing/2014/main" id="{2FDE4871-7678-DA84-8689-2F27B59205B8}"/>
              </a:ext>
            </a:extLst>
          </p:cNvPr>
          <p:cNvPicPr>
            <a:picLocks noChangeAspect="1"/>
          </p:cNvPicPr>
          <p:nvPr userDrawn="1"/>
        </p:nvPicPr>
        <p:blipFill>
          <a:blip r:embed="rId4"/>
          <a:stretch>
            <a:fillRect/>
          </a:stretch>
        </p:blipFill>
        <p:spPr>
          <a:xfrm>
            <a:off x="2583391" y="6481985"/>
            <a:ext cx="9339545" cy="118261"/>
          </a:xfrm>
          <a:prstGeom prst="rect">
            <a:avLst/>
          </a:prstGeom>
        </p:spPr>
      </p:pic>
      <p:sp>
        <p:nvSpPr>
          <p:cNvPr id="13" name="Date Placeholder 3">
            <a:extLst>
              <a:ext uri="{FF2B5EF4-FFF2-40B4-BE49-F238E27FC236}">
                <a16:creationId xmlns:a16="http://schemas.microsoft.com/office/drawing/2014/main" id="{613E948E-49EF-8C4E-0898-E98F72B6A12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4" name="Footer Placeholder 4">
            <a:extLst>
              <a:ext uri="{FF2B5EF4-FFF2-40B4-BE49-F238E27FC236}">
                <a16:creationId xmlns:a16="http://schemas.microsoft.com/office/drawing/2014/main" id="{35A65652-1FC1-56DE-41BF-70B7E3176F6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335169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ne 1">
    <p:spTree>
      <p:nvGrpSpPr>
        <p:cNvPr id="1" name=""/>
        <p:cNvGrpSpPr/>
        <p:nvPr/>
      </p:nvGrpSpPr>
      <p:grpSpPr>
        <a:xfrm>
          <a:off x="0" y="0"/>
          <a:ext cx="0" cy="0"/>
          <a:chOff x="0" y="0"/>
          <a:chExt cx="0" cy="0"/>
        </a:xfrm>
      </p:grpSpPr>
      <p:sp>
        <p:nvSpPr>
          <p:cNvPr id="24" name="Title 1"/>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5" name="Subtitle 2"/>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pic>
        <p:nvPicPr>
          <p:cNvPr id="17" name="Picture 16">
            <a:extLst>
              <a:ext uri="{FF2B5EF4-FFF2-40B4-BE49-F238E27FC236}">
                <a16:creationId xmlns:a16="http://schemas.microsoft.com/office/drawing/2014/main" id="{FB96C117-0DD7-57D2-DF3E-3C0A174E03F4}"/>
              </a:ext>
            </a:extLst>
          </p:cNvPr>
          <p:cNvPicPr>
            <a:picLocks noChangeAspect="1"/>
          </p:cNvPicPr>
          <p:nvPr userDrawn="1"/>
        </p:nvPicPr>
        <p:blipFill>
          <a:blip r:embed="rId2">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0" name="Picture 2" descr="Samsung Mobile Mockup Template Download on Pngtree | Mobile mockup, Samsung  mobile, Samsu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746875" y="657226"/>
            <a:ext cx="4972049" cy="4972050"/>
          </a:xfrm>
          <a:prstGeom prst="rect">
            <a:avLst/>
          </a:prstGeom>
          <a:noFill/>
          <a:extLst>
            <a:ext uri="{909E8E84-426E-40DD-AFC4-6F175D3DCCD1}">
              <a14:hiddenFill xmlns:a14="http://schemas.microsoft.com/office/drawing/2010/main">
                <a:solidFill>
                  <a:srgbClr val="FFFFFF"/>
                </a:solidFill>
              </a14:hiddenFill>
            </a:ext>
          </a:extLst>
        </p:spPr>
      </p:pic>
      <p:sp>
        <p:nvSpPr>
          <p:cNvPr id="21" name="Picture Placeholder 5"/>
          <p:cNvSpPr>
            <a:spLocks noGrp="1"/>
          </p:cNvSpPr>
          <p:nvPr>
            <p:ph type="pic" sz="quarter" idx="12" hasCustomPrompt="1"/>
          </p:nvPr>
        </p:nvSpPr>
        <p:spPr>
          <a:xfrm>
            <a:off x="8305800" y="1057275"/>
            <a:ext cx="2095500" cy="4038600"/>
          </a:xfrm>
          <a:prstGeom prst="roundRect">
            <a:avLst>
              <a:gd name="adj" fmla="val 4741"/>
            </a:avLst>
          </a:prstGeom>
          <a:solidFill>
            <a:schemeClr val="bg1">
              <a:lumMod val="95000"/>
            </a:schemeClr>
          </a:solidFill>
        </p:spPr>
        <p:txBody>
          <a:bodyPr anchor="ctr" anchorCtr="0"/>
          <a:lstStyle>
            <a:lvl1pPr marL="0" indent="0" algn="ctr">
              <a:buNone/>
              <a:defRPr/>
            </a:lvl1pPr>
          </a:lstStyle>
          <a:p>
            <a:r>
              <a:rPr lang="en-US"/>
              <a:t>Thêm ảnh</a:t>
            </a:r>
          </a:p>
        </p:txBody>
      </p:sp>
      <p:pic>
        <p:nvPicPr>
          <p:cNvPr id="18" name="Picture 17"/>
          <p:cNvPicPr>
            <a:picLocks noChangeAspect="1"/>
          </p:cNvPicPr>
          <p:nvPr userDrawn="1"/>
        </p:nvPicPr>
        <p:blipFill>
          <a:blip r:embed="rId4"/>
          <a:stretch>
            <a:fillRect/>
          </a:stretch>
        </p:blipFill>
        <p:spPr>
          <a:xfrm>
            <a:off x="11987783" y="93587"/>
            <a:ext cx="107165" cy="107007"/>
          </a:xfrm>
          <a:prstGeom prst="rect">
            <a:avLst/>
          </a:prstGeom>
        </p:spPr>
      </p:pic>
      <p:sp>
        <p:nvSpPr>
          <p:cNvPr id="2" name="Slide Number Placeholder 5">
            <a:extLst>
              <a:ext uri="{FF2B5EF4-FFF2-40B4-BE49-F238E27FC236}">
                <a16:creationId xmlns:a16="http://schemas.microsoft.com/office/drawing/2014/main" id="{9F5E8B0A-35A9-1D4F-DB19-BE07791E78FF}"/>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68DE1F6B-3A1F-F4AA-B616-B69C903A9093}"/>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3DA17A55-6967-1E8F-7303-5303CBD602A3}"/>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1D4F218F-2B5C-5125-3565-DD9470D67757}"/>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45F21373-8291-8606-349F-C9D37F7F42EA}"/>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890A1A8-07D6-CC23-110F-A4349C95D83B}"/>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C4B2C4FA-6364-1259-35B8-B7538FBAB899}"/>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C298D622-19A9-9C4F-D8B3-A0B8BACFDA92}"/>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81D19E43-BFD6-BAEA-5172-CB6E311691D2}"/>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086DB862-383E-AC4E-53C8-05578489E46A}"/>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861406AB-9157-BB66-317E-91FF66767BA9}"/>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Tree>
    <p:extLst>
      <p:ext uri="{BB962C8B-B14F-4D97-AF65-F5344CB8AC3E}">
        <p14:creationId xmlns:p14="http://schemas.microsoft.com/office/powerpoint/2010/main" val="406749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
                                            <p:txEl>
                                              <p:pRg st="0" end="0"/>
                                            </p:txEl>
                                          </p:spTgt>
                                        </p:tgtEl>
                                        <p:attrNameLst>
                                          <p:attrName>style.visibility</p:attrName>
                                        </p:attrNameLst>
                                      </p:cBhvr>
                                      <p:to>
                                        <p:strVal val="visible"/>
                                      </p:to>
                                    </p:set>
                                    <p:animEffect transition="in" filter="wipe(left)">
                                      <p:cBhvr>
                                        <p:cTn id="11"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ne 2">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E6F05EB3-1A18-FFAB-87F4-C3B6F94C3D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7943863" y="1011126"/>
            <a:ext cx="3171810" cy="51387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B58D15-E021-9409-2BF6-38B86625489C}"/>
              </a:ext>
            </a:extLst>
          </p:cNvPr>
          <p:cNvPicPr>
            <a:picLocks noChangeAspect="1"/>
          </p:cNvPicPr>
          <p:nvPr userDrawn="1"/>
        </p:nvPicPr>
        <p:blipFill>
          <a:blip r:embed="rId3">
            <a:duotone>
              <a:prstClr val="black"/>
              <a:schemeClr val="tx2">
                <a:tint val="45000"/>
                <a:satMod val="400000"/>
              </a:schemeClr>
            </a:duotone>
            <a:alphaModFix amt="85000"/>
            <a:extLst>
              <a:ext uri="{28A0092B-C50C-407E-A947-70E740481C1C}">
                <a14:useLocalDpi xmlns:a14="http://schemas.microsoft.com/office/drawing/2010/main" val="0"/>
              </a:ext>
            </a:extLst>
          </a:blip>
          <a:stretch>
            <a:fillRect/>
          </a:stretch>
        </p:blipFill>
        <p:spPr>
          <a:xfrm>
            <a:off x="4369123" y="1742120"/>
            <a:ext cx="3453753" cy="3402396"/>
          </a:xfrm>
          <a:prstGeom prst="rect">
            <a:avLst/>
          </a:prstGeom>
        </p:spPr>
      </p:pic>
      <p:pic>
        <p:nvPicPr>
          <p:cNvPr id="26" name="Picture 25"/>
          <p:cNvPicPr>
            <a:picLocks noChangeAspect="1"/>
          </p:cNvPicPr>
          <p:nvPr userDrawn="1"/>
        </p:nvPicPr>
        <p:blipFill>
          <a:blip r:embed="rId4"/>
          <a:stretch>
            <a:fillRect/>
          </a:stretch>
        </p:blipFill>
        <p:spPr>
          <a:xfrm>
            <a:off x="11987783" y="93587"/>
            <a:ext cx="107165" cy="107007"/>
          </a:xfrm>
          <a:prstGeom prst="rect">
            <a:avLst/>
          </a:prstGeom>
        </p:spPr>
      </p:pic>
      <p:sp>
        <p:nvSpPr>
          <p:cNvPr id="27" name="Title 1">
            <a:extLst>
              <a:ext uri="{FF2B5EF4-FFF2-40B4-BE49-F238E27FC236}">
                <a16:creationId xmlns:a16="http://schemas.microsoft.com/office/drawing/2014/main" id="{E05A38DB-2EAE-47C8-9F84-174DA202456A}"/>
              </a:ext>
            </a:extLst>
          </p:cNvPr>
          <p:cNvSpPr>
            <a:spLocks noGrp="1"/>
          </p:cNvSpPr>
          <p:nvPr>
            <p:ph type="ctrTitle" hasCustomPrompt="1"/>
          </p:nvPr>
        </p:nvSpPr>
        <p:spPr>
          <a:xfrm>
            <a:off x="514349" y="1048131"/>
            <a:ext cx="5153025" cy="1655762"/>
          </a:xfrm>
        </p:spPr>
        <p:txBody>
          <a:bodyPr anchor="b" anchorCtr="0">
            <a:noAutofit/>
          </a:bodyPr>
          <a:lstStyle>
            <a:lvl1pPr algn="l">
              <a:defRPr lang="en-US" sz="4000" b="1" kern="1200" baseline="0" dirty="0">
                <a:solidFill>
                  <a:srgbClr val="0070C0"/>
                </a:solidFill>
                <a:latin typeface="K2D" panose="00000500000000000000" pitchFamily="2" charset="-34"/>
                <a:ea typeface="+mj-ea"/>
                <a:cs typeface="+mj-cs"/>
              </a:defRPr>
            </a:lvl1pPr>
          </a:lstStyle>
          <a:p>
            <a:r>
              <a:rPr lang="en-US"/>
              <a:t>Tiêu đề</a:t>
            </a:r>
            <a:endParaRPr lang="en-US" dirty="0"/>
          </a:p>
        </p:txBody>
      </p:sp>
      <p:sp>
        <p:nvSpPr>
          <p:cNvPr id="28" name="Subtitle 2">
            <a:extLst>
              <a:ext uri="{FF2B5EF4-FFF2-40B4-BE49-F238E27FC236}">
                <a16:creationId xmlns:a16="http://schemas.microsoft.com/office/drawing/2014/main" id="{472C8C42-C792-4628-B171-1C30DA52BBDE}"/>
              </a:ext>
            </a:extLst>
          </p:cNvPr>
          <p:cNvSpPr>
            <a:spLocks noGrp="1"/>
          </p:cNvSpPr>
          <p:nvPr>
            <p:ph type="subTitle" idx="1" hasCustomPrompt="1"/>
          </p:nvPr>
        </p:nvSpPr>
        <p:spPr>
          <a:xfrm>
            <a:off x="514348" y="2808667"/>
            <a:ext cx="5153026" cy="2287208"/>
          </a:xfrm>
        </p:spPr>
        <p:txBody>
          <a:bodyPr anchor="t" anchorCtr="0">
            <a:noAutofit/>
          </a:bodyPr>
          <a:lstStyle>
            <a:lvl1pPr marL="0" indent="0" algn="l">
              <a:buNone/>
              <a:defRPr sz="2000" baseline="0">
                <a:solidFill>
                  <a:schemeClr val="tx1">
                    <a:lumMod val="65000"/>
                    <a:lumOff val="35000"/>
                  </a:schemeClr>
                </a:solidFill>
                <a:latin typeface="Readex Pro" pitchFamily="2" charset="-78"/>
                <a:cs typeface="Readex Pro"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Nội dung</a:t>
            </a:r>
            <a:endParaRPr lang="en-US" dirty="0"/>
          </a:p>
        </p:txBody>
      </p:sp>
      <p:sp>
        <p:nvSpPr>
          <p:cNvPr id="2" name="Slide Number Placeholder 5">
            <a:extLst>
              <a:ext uri="{FF2B5EF4-FFF2-40B4-BE49-F238E27FC236}">
                <a16:creationId xmlns:a16="http://schemas.microsoft.com/office/drawing/2014/main" id="{CEFF8FA1-B5A4-2A75-DF61-6155775A60B6}"/>
              </a:ext>
            </a:extLst>
          </p:cNvPr>
          <p:cNvSpPr txBox="1">
            <a:spLocks/>
          </p:cNvSpPr>
          <p:nvPr userDrawn="1"/>
        </p:nvSpPr>
        <p:spPr>
          <a:xfrm>
            <a:off x="159150" y="645489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mtClean="0">
                <a:latin typeface="K2D" panose="00000500000000000000" pitchFamily="2" charset="-34"/>
              </a:rPr>
              <a:pPr/>
              <a:t>‹#›</a:t>
            </a:fld>
            <a:endParaRPr lang="en-US">
              <a:latin typeface="K2D" panose="00000500000000000000" pitchFamily="2" charset="-34"/>
            </a:endParaRPr>
          </a:p>
        </p:txBody>
      </p:sp>
      <p:sp>
        <p:nvSpPr>
          <p:cNvPr id="3" name="Rectangle 2">
            <a:extLst>
              <a:ext uri="{FF2B5EF4-FFF2-40B4-BE49-F238E27FC236}">
                <a16:creationId xmlns:a16="http://schemas.microsoft.com/office/drawing/2014/main" id="{9028A97E-3A14-7BF0-D186-C53734F25980}"/>
              </a:ext>
            </a:extLst>
          </p:cNvPr>
          <p:cNvSpPr/>
          <p:nvPr userDrawn="1"/>
        </p:nvSpPr>
        <p:spPr>
          <a:xfrm>
            <a:off x="159150" y="6474525"/>
            <a:ext cx="653867" cy="29845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a:latin typeface="K2D" panose="00000500000000000000" pitchFamily="2" charset="-34"/>
              </a:rPr>
              <a:t>CTU</a:t>
            </a:r>
          </a:p>
        </p:txBody>
      </p:sp>
      <p:sp>
        <p:nvSpPr>
          <p:cNvPr id="4" name="Rectangle 3">
            <a:extLst>
              <a:ext uri="{FF2B5EF4-FFF2-40B4-BE49-F238E27FC236}">
                <a16:creationId xmlns:a16="http://schemas.microsoft.com/office/drawing/2014/main" id="{B9894450-A56F-CB14-56CE-6BAB4A469F50}"/>
              </a:ext>
            </a:extLst>
          </p:cNvPr>
          <p:cNvSpPr/>
          <p:nvPr userDrawn="1"/>
        </p:nvSpPr>
        <p:spPr>
          <a:xfrm>
            <a:off x="11568430" y="6548263"/>
            <a:ext cx="340536" cy="170378"/>
          </a:xfrm>
          <a:prstGeom prst="rect">
            <a:avLst/>
          </a:prstGeom>
          <a:solidFill>
            <a:srgbClr val="00A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K2D" panose="00000500000000000000" pitchFamily="2" charset="-34"/>
            </a:endParaRPr>
          </a:p>
        </p:txBody>
      </p:sp>
      <p:sp>
        <p:nvSpPr>
          <p:cNvPr id="5" name="Slide Number Placeholder 5">
            <a:extLst>
              <a:ext uri="{FF2B5EF4-FFF2-40B4-BE49-F238E27FC236}">
                <a16:creationId xmlns:a16="http://schemas.microsoft.com/office/drawing/2014/main" id="{6EDC2765-72E6-0900-A64B-07D9394DE1EE}"/>
              </a:ext>
            </a:extLst>
          </p:cNvPr>
          <p:cNvSpPr txBox="1">
            <a:spLocks/>
          </p:cNvSpPr>
          <p:nvPr userDrawn="1"/>
        </p:nvSpPr>
        <p:spPr>
          <a:xfrm>
            <a:off x="11512613" y="6447278"/>
            <a:ext cx="46555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bg1"/>
                </a:solidFill>
                <a:latin typeface="Barlow"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7A8FBE-F383-41C2-9A02-D1D86CE96726}" type="slidenum">
              <a:rPr lang="en-US" sz="1000" smtClean="0">
                <a:latin typeface="K2D" panose="00000500000000000000" pitchFamily="2" charset="-34"/>
              </a:rPr>
              <a:pPr/>
              <a:t>‹#›</a:t>
            </a:fld>
            <a:endParaRPr lang="en-US" sz="1050">
              <a:latin typeface="K2D" panose="00000500000000000000" pitchFamily="2" charset="-34"/>
            </a:endParaRPr>
          </a:p>
        </p:txBody>
      </p:sp>
      <p:grpSp>
        <p:nvGrpSpPr>
          <p:cNvPr id="6" name="Group 5">
            <a:extLst>
              <a:ext uri="{FF2B5EF4-FFF2-40B4-BE49-F238E27FC236}">
                <a16:creationId xmlns:a16="http://schemas.microsoft.com/office/drawing/2014/main" id="{5972BBAE-9F84-4D92-5FC5-6BAC2EBBA3A7}"/>
              </a:ext>
            </a:extLst>
          </p:cNvPr>
          <p:cNvGrpSpPr/>
          <p:nvPr userDrawn="1"/>
        </p:nvGrpSpPr>
        <p:grpSpPr>
          <a:xfrm>
            <a:off x="817685" y="6410864"/>
            <a:ext cx="2760487" cy="403790"/>
            <a:chOff x="741485" y="6410864"/>
            <a:chExt cx="2760487" cy="403790"/>
          </a:xfrm>
        </p:grpSpPr>
        <p:sp>
          <p:nvSpPr>
            <p:cNvPr id="7" name="TextBox 6">
              <a:extLst>
                <a:ext uri="{FF2B5EF4-FFF2-40B4-BE49-F238E27FC236}">
                  <a16:creationId xmlns:a16="http://schemas.microsoft.com/office/drawing/2014/main" id="{5DD8EF8C-2CE8-32A2-4893-8A1F462F5979}"/>
                </a:ext>
              </a:extLst>
            </p:cNvPr>
            <p:cNvSpPr txBox="1"/>
            <p:nvPr/>
          </p:nvSpPr>
          <p:spPr>
            <a:xfrm>
              <a:off x="741485" y="6599210"/>
              <a:ext cx="192225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800" b="0" i="0" u="none" strike="noStrike" kern="1200" cap="none" spc="0" normalizeH="0" baseline="0" noProof="0">
                  <a:ln>
                    <a:noFill/>
                  </a:ln>
                  <a:solidFill>
                    <a:srgbClr val="00AFEF"/>
                  </a:solidFill>
                  <a:effectLst/>
                  <a:uLnTx/>
                  <a:uFillTx/>
                  <a:latin typeface="Readex Pro" pitchFamily="2" charset="-78"/>
                  <a:ea typeface="+mn-ea"/>
                  <a:cs typeface="+mn-cs"/>
                </a:rPr>
                <a:t>Cộng đồng – Toàn diện – Ưu việt</a:t>
              </a:r>
              <a:endParaRPr kumimoji="0" lang="en-US" sz="800" b="0" i="0" u="none" strike="noStrike" kern="1200" cap="none" spc="0" normalizeH="0" baseline="0" noProof="0">
                <a:ln>
                  <a:noFill/>
                </a:ln>
                <a:solidFill>
                  <a:srgbClr val="00AFEF"/>
                </a:solidFill>
                <a:effectLst/>
                <a:uLnTx/>
                <a:uFillTx/>
                <a:latin typeface="Readex Pro" pitchFamily="2" charset="-78"/>
                <a:ea typeface="+mn-ea"/>
                <a:cs typeface="+mn-cs"/>
              </a:endParaRPr>
            </a:p>
          </p:txBody>
        </p:sp>
        <p:sp>
          <p:nvSpPr>
            <p:cNvPr id="8" name="TextBox 7">
              <a:extLst>
                <a:ext uri="{FF2B5EF4-FFF2-40B4-BE49-F238E27FC236}">
                  <a16:creationId xmlns:a16="http://schemas.microsoft.com/office/drawing/2014/main" id="{5C64073C-92F4-B219-BB9F-D220B1F1317A}"/>
                </a:ext>
              </a:extLst>
            </p:cNvPr>
            <p:cNvSpPr txBox="1"/>
            <p:nvPr/>
          </p:nvSpPr>
          <p:spPr>
            <a:xfrm>
              <a:off x="741485" y="6410864"/>
              <a:ext cx="2760487" cy="307777"/>
            </a:xfrm>
            <a:prstGeom prst="rect">
              <a:avLst/>
            </a:prstGeom>
            <a:noFill/>
          </p:spPr>
          <p:txBody>
            <a:bodyPr wrap="square" rtlCol="0">
              <a:spAutoFit/>
            </a:bodyPr>
            <a:lstStyle/>
            <a:p>
              <a:r>
                <a:rPr lang="en-US" sz="1400" b="1" baseline="0">
                  <a:solidFill>
                    <a:srgbClr val="1F5CA9"/>
                  </a:solidFill>
                  <a:latin typeface="K2D" panose="00000500000000000000" pitchFamily="2" charset="-34"/>
                </a:rPr>
                <a:t>ĐẠI HỌC CẦN THƠ</a:t>
              </a:r>
              <a:endParaRPr lang="en-US" sz="1400" b="1">
                <a:solidFill>
                  <a:srgbClr val="1F5CA9"/>
                </a:solidFill>
                <a:latin typeface="K2D" panose="00000500000000000000" pitchFamily="2" charset="-34"/>
              </a:endParaRPr>
            </a:p>
          </p:txBody>
        </p:sp>
      </p:grpSp>
      <p:sp>
        <p:nvSpPr>
          <p:cNvPr id="9" name="TextBox 8">
            <a:extLst>
              <a:ext uri="{FF2B5EF4-FFF2-40B4-BE49-F238E27FC236}">
                <a16:creationId xmlns:a16="http://schemas.microsoft.com/office/drawing/2014/main" id="{1CDC2B2F-DD31-C057-140F-8607950C1220}"/>
              </a:ext>
            </a:extLst>
          </p:cNvPr>
          <p:cNvSpPr txBox="1"/>
          <p:nvPr userDrawn="1"/>
        </p:nvSpPr>
        <p:spPr>
          <a:xfrm>
            <a:off x="10032442" y="6467840"/>
            <a:ext cx="1502334" cy="307777"/>
          </a:xfrm>
          <a:prstGeom prst="rect">
            <a:avLst/>
          </a:prstGeom>
          <a:noFill/>
        </p:spPr>
        <p:txBody>
          <a:bodyPr wrap="none" rtlCol="0">
            <a:spAutoFit/>
          </a:bodyPr>
          <a:lstStyle/>
          <a:p>
            <a:r>
              <a:rPr lang="en-US" sz="1400" b="1" i="0">
                <a:solidFill>
                  <a:srgbClr val="00AFEF"/>
                </a:solidFill>
                <a:latin typeface="K2D" panose="00000500000000000000" pitchFamily="2" charset="-34"/>
                <a:cs typeface="Readex Pro" pitchFamily="2" charset="-78"/>
              </a:rPr>
              <a:t>www.ctu.edu.vn</a:t>
            </a:r>
          </a:p>
        </p:txBody>
      </p:sp>
      <p:pic>
        <p:nvPicPr>
          <p:cNvPr id="10" name="Picture 9">
            <a:extLst>
              <a:ext uri="{FF2B5EF4-FFF2-40B4-BE49-F238E27FC236}">
                <a16:creationId xmlns:a16="http://schemas.microsoft.com/office/drawing/2014/main" id="{1FD099AF-ADE0-F209-43E6-00047303FC95}"/>
              </a:ext>
            </a:extLst>
          </p:cNvPr>
          <p:cNvPicPr>
            <a:picLocks noChangeAspect="1"/>
          </p:cNvPicPr>
          <p:nvPr userDrawn="1"/>
        </p:nvPicPr>
        <p:blipFill>
          <a:blip r:embed="rId5"/>
          <a:stretch>
            <a:fillRect/>
          </a:stretch>
        </p:blipFill>
        <p:spPr>
          <a:xfrm>
            <a:off x="2583391" y="6481985"/>
            <a:ext cx="9339545" cy="118261"/>
          </a:xfrm>
          <a:prstGeom prst="rect">
            <a:avLst/>
          </a:prstGeom>
        </p:spPr>
      </p:pic>
      <p:sp>
        <p:nvSpPr>
          <p:cNvPr id="11" name="Date Placeholder 3">
            <a:extLst>
              <a:ext uri="{FF2B5EF4-FFF2-40B4-BE49-F238E27FC236}">
                <a16:creationId xmlns:a16="http://schemas.microsoft.com/office/drawing/2014/main" id="{89D6B138-607A-1698-333D-31B07D850C41}"/>
              </a:ext>
            </a:extLst>
          </p:cNvPr>
          <p:cNvSpPr>
            <a:spLocks noGrp="1"/>
          </p:cNvSpPr>
          <p:nvPr>
            <p:ph type="dt" sz="half" idx="10"/>
          </p:nvPr>
        </p:nvSpPr>
        <p:spPr>
          <a:xfrm>
            <a:off x="1218484" y="6548263"/>
            <a:ext cx="2381966" cy="365125"/>
          </a:xfrm>
        </p:spPr>
        <p:txBody>
          <a:bodyPr/>
          <a:lstStyle>
            <a:lvl1pPr algn="r">
              <a:defRPr b="1">
                <a:latin typeface="K2D" panose="00000500000000000000" pitchFamily="2" charset="-34"/>
              </a:defRPr>
            </a:lvl1pPr>
          </a:lstStyle>
          <a:p>
            <a:fld id="{D86B3AB3-BDCC-41BF-8781-963E853753C3}" type="datetime1">
              <a:rPr lang="en-US" smtClean="0"/>
              <a:pPr/>
              <a:t>11/28/2025</a:t>
            </a:fld>
            <a:endParaRPr lang="en-US"/>
          </a:p>
        </p:txBody>
      </p:sp>
      <p:sp>
        <p:nvSpPr>
          <p:cNvPr id="12" name="Footer Placeholder 4">
            <a:extLst>
              <a:ext uri="{FF2B5EF4-FFF2-40B4-BE49-F238E27FC236}">
                <a16:creationId xmlns:a16="http://schemas.microsoft.com/office/drawing/2014/main" id="{0EC58AAA-3CCF-ABE2-A4E2-6851325D5CAD}"/>
              </a:ext>
            </a:extLst>
          </p:cNvPr>
          <p:cNvSpPr>
            <a:spLocks noGrp="1"/>
          </p:cNvSpPr>
          <p:nvPr>
            <p:ph type="ftr" sz="quarter" idx="11"/>
          </p:nvPr>
        </p:nvSpPr>
        <p:spPr>
          <a:xfrm>
            <a:off x="4038600" y="6548263"/>
            <a:ext cx="4114800" cy="365125"/>
          </a:xfrm>
        </p:spPr>
        <p:txBody>
          <a:bodyPr/>
          <a:lstStyle>
            <a:lvl1pPr algn="l">
              <a:defRPr b="1">
                <a:latin typeface="K2D" panose="00000500000000000000" pitchFamily="2" charset="-34"/>
              </a:defRPr>
            </a:lvl1pPr>
          </a:lstStyle>
          <a:p>
            <a:endParaRPr lang="en-US"/>
          </a:p>
        </p:txBody>
      </p:sp>
      <p:sp>
        <p:nvSpPr>
          <p:cNvPr id="13" name="Picture Placeholder 1">
            <a:extLst>
              <a:ext uri="{FF2B5EF4-FFF2-40B4-BE49-F238E27FC236}">
                <a16:creationId xmlns:a16="http://schemas.microsoft.com/office/drawing/2014/main" id="{2E6D52DE-4D97-3181-9440-19E31A6CE81C}"/>
              </a:ext>
            </a:extLst>
          </p:cNvPr>
          <p:cNvSpPr>
            <a:spLocks noGrp="1"/>
          </p:cNvSpPr>
          <p:nvPr>
            <p:ph type="pic" sz="quarter" idx="15" hasCustomPrompt="1"/>
          </p:nvPr>
        </p:nvSpPr>
        <p:spPr>
          <a:xfrm>
            <a:off x="8461702" y="1108334"/>
            <a:ext cx="2131430" cy="4626572"/>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solidFill>
            <a:schemeClr val="bg1">
              <a:lumMod val="95000"/>
            </a:schemeClr>
          </a:solidFill>
        </p:spPr>
        <p:txBody>
          <a:bodyPr anchor="ctr" anchorCtr="0"/>
          <a:lstStyle>
            <a:lvl1pPr marL="0" indent="0" algn="ctr">
              <a:buNone/>
              <a:defRPr/>
            </a:lvl1pPr>
          </a:lstStyle>
          <a:p>
            <a:r>
              <a:rPr lang="en-US"/>
              <a:t>Thêm ảnh</a:t>
            </a:r>
          </a:p>
        </p:txBody>
      </p:sp>
      <p:sp>
        <p:nvSpPr>
          <p:cNvPr id="15" name="Picture Placeholder 1">
            <a:extLst>
              <a:ext uri="{FF2B5EF4-FFF2-40B4-BE49-F238E27FC236}">
                <a16:creationId xmlns:a16="http://schemas.microsoft.com/office/drawing/2014/main" id="{88786B7F-DEAA-9BB7-8BD3-B3780EB61BCA}"/>
              </a:ext>
            </a:extLst>
          </p:cNvPr>
          <p:cNvSpPr>
            <a:spLocks noGrp="1"/>
          </p:cNvSpPr>
          <p:nvPr>
            <p:ph type="pic" sz="quarter" idx="16" hasCustomPrompt="1"/>
          </p:nvPr>
        </p:nvSpPr>
        <p:spPr>
          <a:xfrm>
            <a:off x="9255760" y="1200818"/>
            <a:ext cx="534445" cy="155541"/>
          </a:xfrm>
          <a:custGeom>
            <a:avLst/>
            <a:gdLst>
              <a:gd name="connsiteX0" fmla="*/ 0 w 2111887"/>
              <a:gd name="connsiteY0" fmla="*/ 247217 h 4543425"/>
              <a:gd name="connsiteX1" fmla="*/ 247217 w 2111887"/>
              <a:gd name="connsiteY1" fmla="*/ 0 h 4543425"/>
              <a:gd name="connsiteX2" fmla="*/ 1864670 w 2111887"/>
              <a:gd name="connsiteY2" fmla="*/ 0 h 4543425"/>
              <a:gd name="connsiteX3" fmla="*/ 2111887 w 2111887"/>
              <a:gd name="connsiteY3" fmla="*/ 247217 h 4543425"/>
              <a:gd name="connsiteX4" fmla="*/ 2111887 w 2111887"/>
              <a:gd name="connsiteY4" fmla="*/ 4296208 h 4543425"/>
              <a:gd name="connsiteX5" fmla="*/ 1864670 w 2111887"/>
              <a:gd name="connsiteY5" fmla="*/ 4543425 h 4543425"/>
              <a:gd name="connsiteX6" fmla="*/ 247217 w 2111887"/>
              <a:gd name="connsiteY6" fmla="*/ 4543425 h 4543425"/>
              <a:gd name="connsiteX7" fmla="*/ 0 w 2111887"/>
              <a:gd name="connsiteY7" fmla="*/ 4296208 h 4543425"/>
              <a:gd name="connsiteX8" fmla="*/ 0 w 2111887"/>
              <a:gd name="connsiteY8" fmla="*/ 247217 h 4543425"/>
              <a:gd name="connsiteX0" fmla="*/ 0 w 2111887"/>
              <a:gd name="connsiteY0" fmla="*/ 247221 h 4543429"/>
              <a:gd name="connsiteX1" fmla="*/ 247217 w 2111887"/>
              <a:gd name="connsiteY1" fmla="*/ 4 h 4543429"/>
              <a:gd name="connsiteX2" fmla="*/ 1103287 w 2111887"/>
              <a:gd name="connsiteY2" fmla="*/ 100016 h 4543429"/>
              <a:gd name="connsiteX3" fmla="*/ 1864670 w 2111887"/>
              <a:gd name="connsiteY3" fmla="*/ 4 h 4543429"/>
              <a:gd name="connsiteX4" fmla="*/ 2111887 w 2111887"/>
              <a:gd name="connsiteY4" fmla="*/ 247221 h 4543429"/>
              <a:gd name="connsiteX5" fmla="*/ 2111887 w 2111887"/>
              <a:gd name="connsiteY5" fmla="*/ 4296212 h 4543429"/>
              <a:gd name="connsiteX6" fmla="*/ 1864670 w 2111887"/>
              <a:gd name="connsiteY6" fmla="*/ 4543429 h 4543429"/>
              <a:gd name="connsiteX7" fmla="*/ 247217 w 2111887"/>
              <a:gd name="connsiteY7" fmla="*/ 4543429 h 4543429"/>
              <a:gd name="connsiteX8" fmla="*/ 0 w 2111887"/>
              <a:gd name="connsiteY8" fmla="*/ 4296212 h 4543429"/>
              <a:gd name="connsiteX9" fmla="*/ 0 w 2111887"/>
              <a:gd name="connsiteY9" fmla="*/ 247221 h 4543429"/>
              <a:gd name="connsiteX0" fmla="*/ 0 w 2111887"/>
              <a:gd name="connsiteY0" fmla="*/ 264906 h 4561114"/>
              <a:gd name="connsiteX1" fmla="*/ 247217 w 2111887"/>
              <a:gd name="connsiteY1" fmla="*/ 17689 h 4561114"/>
              <a:gd name="connsiteX2" fmla="*/ 665137 w 2111887"/>
              <a:gd name="connsiteY2" fmla="*/ 22451 h 4561114"/>
              <a:gd name="connsiteX3" fmla="*/ 1103287 w 2111887"/>
              <a:gd name="connsiteY3" fmla="*/ 117701 h 4561114"/>
              <a:gd name="connsiteX4" fmla="*/ 1864670 w 2111887"/>
              <a:gd name="connsiteY4" fmla="*/ 17689 h 4561114"/>
              <a:gd name="connsiteX5" fmla="*/ 2111887 w 2111887"/>
              <a:gd name="connsiteY5" fmla="*/ 264906 h 4561114"/>
              <a:gd name="connsiteX6" fmla="*/ 2111887 w 2111887"/>
              <a:gd name="connsiteY6" fmla="*/ 4313897 h 4561114"/>
              <a:gd name="connsiteX7" fmla="*/ 1864670 w 2111887"/>
              <a:gd name="connsiteY7" fmla="*/ 4561114 h 4561114"/>
              <a:gd name="connsiteX8" fmla="*/ 247217 w 2111887"/>
              <a:gd name="connsiteY8" fmla="*/ 4561114 h 4561114"/>
              <a:gd name="connsiteX9" fmla="*/ 0 w 2111887"/>
              <a:gd name="connsiteY9" fmla="*/ 4313897 h 4561114"/>
              <a:gd name="connsiteX10" fmla="*/ 0 w 2111887"/>
              <a:gd name="connsiteY10" fmla="*/ 264906 h 4561114"/>
              <a:gd name="connsiteX0" fmla="*/ 0 w 2111887"/>
              <a:gd name="connsiteY0" fmla="*/ 269676 h 4565884"/>
              <a:gd name="connsiteX1" fmla="*/ 247217 w 2111887"/>
              <a:gd name="connsiteY1" fmla="*/ 22459 h 4565884"/>
              <a:gd name="connsiteX2" fmla="*/ 612749 w 2111887"/>
              <a:gd name="connsiteY2" fmla="*/ 15315 h 4565884"/>
              <a:gd name="connsiteX3" fmla="*/ 1103287 w 2111887"/>
              <a:gd name="connsiteY3" fmla="*/ 122471 h 4565884"/>
              <a:gd name="connsiteX4" fmla="*/ 1864670 w 2111887"/>
              <a:gd name="connsiteY4" fmla="*/ 22459 h 4565884"/>
              <a:gd name="connsiteX5" fmla="*/ 2111887 w 2111887"/>
              <a:gd name="connsiteY5" fmla="*/ 269676 h 4565884"/>
              <a:gd name="connsiteX6" fmla="*/ 2111887 w 2111887"/>
              <a:gd name="connsiteY6" fmla="*/ 4318667 h 4565884"/>
              <a:gd name="connsiteX7" fmla="*/ 1864670 w 2111887"/>
              <a:gd name="connsiteY7" fmla="*/ 4565884 h 4565884"/>
              <a:gd name="connsiteX8" fmla="*/ 247217 w 2111887"/>
              <a:gd name="connsiteY8" fmla="*/ 4565884 h 4565884"/>
              <a:gd name="connsiteX9" fmla="*/ 0 w 2111887"/>
              <a:gd name="connsiteY9" fmla="*/ 4318667 h 4565884"/>
              <a:gd name="connsiteX10" fmla="*/ 0 w 2111887"/>
              <a:gd name="connsiteY10" fmla="*/ 269676 h 4565884"/>
              <a:gd name="connsiteX0" fmla="*/ 0 w 2111887"/>
              <a:gd name="connsiteY0" fmla="*/ 275247 h 4571455"/>
              <a:gd name="connsiteX1" fmla="*/ 247217 w 2111887"/>
              <a:gd name="connsiteY1" fmla="*/ 18505 h 4571455"/>
              <a:gd name="connsiteX2" fmla="*/ 612749 w 2111887"/>
              <a:gd name="connsiteY2" fmla="*/ 20886 h 4571455"/>
              <a:gd name="connsiteX3" fmla="*/ 1103287 w 2111887"/>
              <a:gd name="connsiteY3" fmla="*/ 128042 h 4571455"/>
              <a:gd name="connsiteX4" fmla="*/ 1864670 w 2111887"/>
              <a:gd name="connsiteY4" fmla="*/ 28030 h 4571455"/>
              <a:gd name="connsiteX5" fmla="*/ 2111887 w 2111887"/>
              <a:gd name="connsiteY5" fmla="*/ 275247 h 4571455"/>
              <a:gd name="connsiteX6" fmla="*/ 2111887 w 2111887"/>
              <a:gd name="connsiteY6" fmla="*/ 4324238 h 4571455"/>
              <a:gd name="connsiteX7" fmla="*/ 1864670 w 2111887"/>
              <a:gd name="connsiteY7" fmla="*/ 4571455 h 4571455"/>
              <a:gd name="connsiteX8" fmla="*/ 247217 w 2111887"/>
              <a:gd name="connsiteY8" fmla="*/ 4571455 h 4571455"/>
              <a:gd name="connsiteX9" fmla="*/ 0 w 2111887"/>
              <a:gd name="connsiteY9" fmla="*/ 4324238 h 4571455"/>
              <a:gd name="connsiteX10" fmla="*/ 0 w 2111887"/>
              <a:gd name="connsiteY10" fmla="*/ 275247 h 4571455"/>
              <a:gd name="connsiteX0" fmla="*/ 0 w 2111887"/>
              <a:gd name="connsiteY0" fmla="*/ 268247 h 4564455"/>
              <a:gd name="connsiteX1" fmla="*/ 247217 w 2111887"/>
              <a:gd name="connsiteY1" fmla="*/ 11505 h 4564455"/>
              <a:gd name="connsiteX2" fmla="*/ 612749 w 2111887"/>
              <a:gd name="connsiteY2" fmla="*/ 13886 h 4564455"/>
              <a:gd name="connsiteX3" fmla="*/ 1103287 w 2111887"/>
              <a:gd name="connsiteY3" fmla="*/ 121042 h 4564455"/>
              <a:gd name="connsiteX4" fmla="*/ 1864670 w 2111887"/>
              <a:gd name="connsiteY4" fmla="*/ 21030 h 4564455"/>
              <a:gd name="connsiteX5" fmla="*/ 2111887 w 2111887"/>
              <a:gd name="connsiteY5" fmla="*/ 268247 h 4564455"/>
              <a:gd name="connsiteX6" fmla="*/ 2111887 w 2111887"/>
              <a:gd name="connsiteY6" fmla="*/ 4317238 h 4564455"/>
              <a:gd name="connsiteX7" fmla="*/ 1864670 w 2111887"/>
              <a:gd name="connsiteY7" fmla="*/ 4564455 h 4564455"/>
              <a:gd name="connsiteX8" fmla="*/ 247217 w 2111887"/>
              <a:gd name="connsiteY8" fmla="*/ 4564455 h 4564455"/>
              <a:gd name="connsiteX9" fmla="*/ 0 w 2111887"/>
              <a:gd name="connsiteY9" fmla="*/ 4317238 h 4564455"/>
              <a:gd name="connsiteX10" fmla="*/ 0 w 2111887"/>
              <a:gd name="connsiteY10"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784200 w 2111887"/>
              <a:gd name="connsiteY3" fmla="*/ 59130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864670 w 2111887"/>
              <a:gd name="connsiteY5" fmla="*/ 21030 h 4564455"/>
              <a:gd name="connsiteX6" fmla="*/ 2111887 w 2111887"/>
              <a:gd name="connsiteY6" fmla="*/ 268247 h 4564455"/>
              <a:gd name="connsiteX7" fmla="*/ 2111887 w 2111887"/>
              <a:gd name="connsiteY7" fmla="*/ 4317238 h 4564455"/>
              <a:gd name="connsiteX8" fmla="*/ 1864670 w 2111887"/>
              <a:gd name="connsiteY8" fmla="*/ 4564455 h 4564455"/>
              <a:gd name="connsiteX9" fmla="*/ 247217 w 2111887"/>
              <a:gd name="connsiteY9" fmla="*/ 4564455 h 4564455"/>
              <a:gd name="connsiteX10" fmla="*/ 0 w 2111887"/>
              <a:gd name="connsiteY10" fmla="*/ 4317238 h 4564455"/>
              <a:gd name="connsiteX11" fmla="*/ 0 w 2111887"/>
              <a:gd name="connsiteY11"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864670 w 2111887"/>
              <a:gd name="connsiteY6" fmla="*/ 21030 h 4564455"/>
              <a:gd name="connsiteX7" fmla="*/ 2111887 w 2111887"/>
              <a:gd name="connsiteY7" fmla="*/ 268247 h 4564455"/>
              <a:gd name="connsiteX8" fmla="*/ 2111887 w 2111887"/>
              <a:gd name="connsiteY8" fmla="*/ 4317238 h 4564455"/>
              <a:gd name="connsiteX9" fmla="*/ 1864670 w 2111887"/>
              <a:gd name="connsiteY9" fmla="*/ 4564455 h 4564455"/>
              <a:gd name="connsiteX10" fmla="*/ 247217 w 2111887"/>
              <a:gd name="connsiteY10" fmla="*/ 4564455 h 4564455"/>
              <a:gd name="connsiteX11" fmla="*/ 0 w 2111887"/>
              <a:gd name="connsiteY11" fmla="*/ 4317238 h 4564455"/>
              <a:gd name="connsiteX12" fmla="*/ 0 w 2111887"/>
              <a:gd name="connsiteY12" fmla="*/ 268247 h 4564455"/>
              <a:gd name="connsiteX0" fmla="*/ 0 w 2111887"/>
              <a:gd name="connsiteY0" fmla="*/ 268247 h 4564455"/>
              <a:gd name="connsiteX1" fmla="*/ 247217 w 2111887"/>
              <a:gd name="connsiteY1" fmla="*/ 11505 h 4564455"/>
              <a:gd name="connsiteX2" fmla="*/ 612749 w 2111887"/>
              <a:gd name="connsiteY2" fmla="*/ 13886 h 4564455"/>
              <a:gd name="connsiteX3" fmla="*/ 691331 w 2111887"/>
              <a:gd name="connsiteY3" fmla="*/ 101992 h 4564455"/>
              <a:gd name="connsiteX4" fmla="*/ 1103287 w 2111887"/>
              <a:gd name="connsiteY4" fmla="*/ 121042 h 4564455"/>
              <a:gd name="connsiteX5" fmla="*/ 1453331 w 2111887"/>
              <a:gd name="connsiteY5" fmla="*/ 123424 h 4564455"/>
              <a:gd name="connsiteX6" fmla="*/ 1600969 w 2111887"/>
              <a:gd name="connsiteY6" fmla="*/ 73418 h 4564455"/>
              <a:gd name="connsiteX7" fmla="*/ 1864670 w 2111887"/>
              <a:gd name="connsiteY7" fmla="*/ 21030 h 4564455"/>
              <a:gd name="connsiteX8" fmla="*/ 2111887 w 2111887"/>
              <a:gd name="connsiteY8" fmla="*/ 268247 h 4564455"/>
              <a:gd name="connsiteX9" fmla="*/ 2111887 w 2111887"/>
              <a:gd name="connsiteY9" fmla="*/ 4317238 h 4564455"/>
              <a:gd name="connsiteX10" fmla="*/ 1864670 w 2111887"/>
              <a:gd name="connsiteY10" fmla="*/ 4564455 h 4564455"/>
              <a:gd name="connsiteX11" fmla="*/ 247217 w 2111887"/>
              <a:gd name="connsiteY11" fmla="*/ 4564455 h 4564455"/>
              <a:gd name="connsiteX12" fmla="*/ 0 w 2111887"/>
              <a:gd name="connsiteY12" fmla="*/ 4317238 h 4564455"/>
              <a:gd name="connsiteX13" fmla="*/ 0 w 2111887"/>
              <a:gd name="connsiteY13" fmla="*/ 268247 h 4564455"/>
              <a:gd name="connsiteX0" fmla="*/ 0 w 2111887"/>
              <a:gd name="connsiteY0" fmla="*/ 271881 h 4568089"/>
              <a:gd name="connsiteX1" fmla="*/ 247217 w 2111887"/>
              <a:gd name="connsiteY1" fmla="*/ 15139 h 4568089"/>
              <a:gd name="connsiteX2" fmla="*/ 612749 w 2111887"/>
              <a:gd name="connsiteY2" fmla="*/ 17520 h 4568089"/>
              <a:gd name="connsiteX3" fmla="*/ 691331 w 2111887"/>
              <a:gd name="connsiteY3" fmla="*/ 105626 h 4568089"/>
              <a:gd name="connsiteX4" fmla="*/ 1103287 w 2111887"/>
              <a:gd name="connsiteY4" fmla="*/ 124676 h 4568089"/>
              <a:gd name="connsiteX5" fmla="*/ 1453331 w 2111887"/>
              <a:gd name="connsiteY5" fmla="*/ 127058 h 4568089"/>
              <a:gd name="connsiteX6" fmla="*/ 1520006 w 2111887"/>
              <a:gd name="connsiteY6" fmla="*/ 12758 h 4568089"/>
              <a:gd name="connsiteX7" fmla="*/ 1864670 w 2111887"/>
              <a:gd name="connsiteY7" fmla="*/ 24664 h 4568089"/>
              <a:gd name="connsiteX8" fmla="*/ 2111887 w 2111887"/>
              <a:gd name="connsiteY8" fmla="*/ 271881 h 4568089"/>
              <a:gd name="connsiteX9" fmla="*/ 2111887 w 2111887"/>
              <a:gd name="connsiteY9" fmla="*/ 4320872 h 4568089"/>
              <a:gd name="connsiteX10" fmla="*/ 1864670 w 2111887"/>
              <a:gd name="connsiteY10" fmla="*/ 4568089 h 4568089"/>
              <a:gd name="connsiteX11" fmla="*/ 247217 w 2111887"/>
              <a:gd name="connsiteY11" fmla="*/ 4568089 h 4568089"/>
              <a:gd name="connsiteX12" fmla="*/ 0 w 2111887"/>
              <a:gd name="connsiteY12" fmla="*/ 4320872 h 4568089"/>
              <a:gd name="connsiteX13" fmla="*/ 0 w 2111887"/>
              <a:gd name="connsiteY13" fmla="*/ 271881 h 4568089"/>
              <a:gd name="connsiteX0" fmla="*/ 0 w 2111887"/>
              <a:gd name="connsiteY0" fmla="*/ 272962 h 4569170"/>
              <a:gd name="connsiteX1" fmla="*/ 247217 w 2111887"/>
              <a:gd name="connsiteY1" fmla="*/ 16220 h 4569170"/>
              <a:gd name="connsiteX2" fmla="*/ 612749 w 2111887"/>
              <a:gd name="connsiteY2" fmla="*/ 18601 h 4569170"/>
              <a:gd name="connsiteX3" fmla="*/ 691331 w 2111887"/>
              <a:gd name="connsiteY3" fmla="*/ 106707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612749 w 2111887"/>
              <a:gd name="connsiteY2" fmla="*/ 18601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8139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103287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2962 h 4569170"/>
              <a:gd name="connsiteX1" fmla="*/ 247217 w 2111887"/>
              <a:gd name="connsiteY1" fmla="*/ 16220 h 4569170"/>
              <a:gd name="connsiteX2" fmla="*/ 598462 w 2111887"/>
              <a:gd name="connsiteY2" fmla="*/ 16220 h 4569170"/>
              <a:gd name="connsiteX3" fmla="*/ 693712 w 2111887"/>
              <a:gd name="connsiteY3" fmla="*/ 118613 h 4569170"/>
              <a:gd name="connsiteX4" fmla="*/ 1055662 w 2111887"/>
              <a:gd name="connsiteY4" fmla="*/ 125757 h 4569170"/>
              <a:gd name="connsiteX5" fmla="*/ 1453331 w 2111887"/>
              <a:gd name="connsiteY5" fmla="*/ 120995 h 4569170"/>
              <a:gd name="connsiteX6" fmla="*/ 1520006 w 2111887"/>
              <a:gd name="connsiteY6" fmla="*/ 13839 h 4569170"/>
              <a:gd name="connsiteX7" fmla="*/ 1888482 w 2111887"/>
              <a:gd name="connsiteY7" fmla="*/ 23364 h 4569170"/>
              <a:gd name="connsiteX8" fmla="*/ 2111887 w 2111887"/>
              <a:gd name="connsiteY8" fmla="*/ 272962 h 4569170"/>
              <a:gd name="connsiteX9" fmla="*/ 2111887 w 2111887"/>
              <a:gd name="connsiteY9" fmla="*/ 4321953 h 4569170"/>
              <a:gd name="connsiteX10" fmla="*/ 1864670 w 2111887"/>
              <a:gd name="connsiteY10" fmla="*/ 4569170 h 4569170"/>
              <a:gd name="connsiteX11" fmla="*/ 247217 w 2111887"/>
              <a:gd name="connsiteY11" fmla="*/ 4569170 h 4569170"/>
              <a:gd name="connsiteX12" fmla="*/ 0 w 2111887"/>
              <a:gd name="connsiteY12" fmla="*/ 4321953 h 4569170"/>
              <a:gd name="connsiteX13" fmla="*/ 0 w 2111887"/>
              <a:gd name="connsiteY13" fmla="*/ 272962 h 4569170"/>
              <a:gd name="connsiteX0" fmla="*/ 0 w 2111887"/>
              <a:gd name="connsiteY0" fmla="*/ 273465 h 4569673"/>
              <a:gd name="connsiteX1" fmla="*/ 247217 w 2111887"/>
              <a:gd name="connsiteY1" fmla="*/ 16723 h 4569673"/>
              <a:gd name="connsiteX2" fmla="*/ 579412 w 2111887"/>
              <a:gd name="connsiteY2" fmla="*/ 9580 h 4569673"/>
              <a:gd name="connsiteX3" fmla="*/ 693712 w 2111887"/>
              <a:gd name="connsiteY3" fmla="*/ 119116 h 4569673"/>
              <a:gd name="connsiteX4" fmla="*/ 1055662 w 2111887"/>
              <a:gd name="connsiteY4" fmla="*/ 126260 h 4569673"/>
              <a:gd name="connsiteX5" fmla="*/ 1453331 w 2111887"/>
              <a:gd name="connsiteY5" fmla="*/ 121498 h 4569673"/>
              <a:gd name="connsiteX6" fmla="*/ 1520006 w 2111887"/>
              <a:gd name="connsiteY6" fmla="*/ 14342 h 4569673"/>
              <a:gd name="connsiteX7" fmla="*/ 1888482 w 2111887"/>
              <a:gd name="connsiteY7" fmla="*/ 23867 h 4569673"/>
              <a:gd name="connsiteX8" fmla="*/ 2111887 w 2111887"/>
              <a:gd name="connsiteY8" fmla="*/ 273465 h 4569673"/>
              <a:gd name="connsiteX9" fmla="*/ 2111887 w 2111887"/>
              <a:gd name="connsiteY9" fmla="*/ 4322456 h 4569673"/>
              <a:gd name="connsiteX10" fmla="*/ 1864670 w 2111887"/>
              <a:gd name="connsiteY10" fmla="*/ 4569673 h 4569673"/>
              <a:gd name="connsiteX11" fmla="*/ 247217 w 2111887"/>
              <a:gd name="connsiteY11" fmla="*/ 4569673 h 4569673"/>
              <a:gd name="connsiteX12" fmla="*/ 0 w 2111887"/>
              <a:gd name="connsiteY12" fmla="*/ 4322456 h 4569673"/>
              <a:gd name="connsiteX13" fmla="*/ 0 w 2111887"/>
              <a:gd name="connsiteY13" fmla="*/ 273465 h 4569673"/>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3712 w 2111887"/>
              <a:gd name="connsiteY3" fmla="*/ 120011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53331 w 2111887"/>
              <a:gd name="connsiteY5" fmla="*/ 122393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4360 h 4570568"/>
              <a:gd name="connsiteX1" fmla="*/ 235311 w 2111887"/>
              <a:gd name="connsiteY1" fmla="*/ 15237 h 4570568"/>
              <a:gd name="connsiteX2" fmla="*/ 579412 w 2111887"/>
              <a:gd name="connsiteY2" fmla="*/ 10475 h 4570568"/>
              <a:gd name="connsiteX3" fmla="*/ 698474 w 2111887"/>
              <a:gd name="connsiteY3" fmla="*/ 122393 h 4570568"/>
              <a:gd name="connsiteX4" fmla="*/ 1055662 w 2111887"/>
              <a:gd name="connsiteY4" fmla="*/ 127155 h 4570568"/>
              <a:gd name="connsiteX5" fmla="*/ 1427138 w 2111887"/>
              <a:gd name="connsiteY5" fmla="*/ 124774 h 4570568"/>
              <a:gd name="connsiteX6" fmla="*/ 1520006 w 2111887"/>
              <a:gd name="connsiteY6" fmla="*/ 15237 h 4570568"/>
              <a:gd name="connsiteX7" fmla="*/ 1888482 w 2111887"/>
              <a:gd name="connsiteY7" fmla="*/ 24762 h 4570568"/>
              <a:gd name="connsiteX8" fmla="*/ 2111887 w 2111887"/>
              <a:gd name="connsiteY8" fmla="*/ 274360 h 4570568"/>
              <a:gd name="connsiteX9" fmla="*/ 2111887 w 2111887"/>
              <a:gd name="connsiteY9" fmla="*/ 4323351 h 4570568"/>
              <a:gd name="connsiteX10" fmla="*/ 1864670 w 2111887"/>
              <a:gd name="connsiteY10" fmla="*/ 4570568 h 4570568"/>
              <a:gd name="connsiteX11" fmla="*/ 247217 w 2111887"/>
              <a:gd name="connsiteY11" fmla="*/ 4570568 h 4570568"/>
              <a:gd name="connsiteX12" fmla="*/ 0 w 2111887"/>
              <a:gd name="connsiteY12" fmla="*/ 4323351 h 4570568"/>
              <a:gd name="connsiteX13" fmla="*/ 0 w 2111887"/>
              <a:gd name="connsiteY13" fmla="*/ 274360 h 4570568"/>
              <a:gd name="connsiteX0" fmla="*/ 0 w 2111887"/>
              <a:gd name="connsiteY0" fmla="*/ 275652 h 4571860"/>
              <a:gd name="connsiteX1" fmla="*/ 235311 w 2111887"/>
              <a:gd name="connsiteY1" fmla="*/ 16529 h 4571860"/>
              <a:gd name="connsiteX2" fmla="*/ 579412 w 2111887"/>
              <a:gd name="connsiteY2" fmla="*/ 11767 h 4571860"/>
              <a:gd name="connsiteX3" fmla="*/ 698474 w 2111887"/>
              <a:gd name="connsiteY3" fmla="*/ 123685 h 4571860"/>
              <a:gd name="connsiteX4" fmla="*/ 1055662 w 2111887"/>
              <a:gd name="connsiteY4" fmla="*/ 128447 h 4571860"/>
              <a:gd name="connsiteX5" fmla="*/ 1427138 w 2111887"/>
              <a:gd name="connsiteY5" fmla="*/ 126066 h 4571860"/>
              <a:gd name="connsiteX6" fmla="*/ 1520006 w 2111887"/>
              <a:gd name="connsiteY6" fmla="*/ 11766 h 4571860"/>
              <a:gd name="connsiteX7" fmla="*/ 1888482 w 2111887"/>
              <a:gd name="connsiteY7" fmla="*/ 26054 h 4571860"/>
              <a:gd name="connsiteX8" fmla="*/ 2111887 w 2111887"/>
              <a:gd name="connsiteY8" fmla="*/ 275652 h 4571860"/>
              <a:gd name="connsiteX9" fmla="*/ 2111887 w 2111887"/>
              <a:gd name="connsiteY9" fmla="*/ 4324643 h 4571860"/>
              <a:gd name="connsiteX10" fmla="*/ 1864670 w 2111887"/>
              <a:gd name="connsiteY10" fmla="*/ 4571860 h 4571860"/>
              <a:gd name="connsiteX11" fmla="*/ 247217 w 2111887"/>
              <a:gd name="connsiteY11" fmla="*/ 4571860 h 4571860"/>
              <a:gd name="connsiteX12" fmla="*/ 0 w 2111887"/>
              <a:gd name="connsiteY12" fmla="*/ 4324643 h 4571860"/>
              <a:gd name="connsiteX13" fmla="*/ 0 w 2111887"/>
              <a:gd name="connsiteY13" fmla="*/ 275652 h 4571860"/>
              <a:gd name="connsiteX0" fmla="*/ 0 w 2111887"/>
              <a:gd name="connsiteY0" fmla="*/ 277724 h 4573932"/>
              <a:gd name="connsiteX1" fmla="*/ 235311 w 2111887"/>
              <a:gd name="connsiteY1" fmla="*/ 18601 h 4573932"/>
              <a:gd name="connsiteX2" fmla="*/ 579412 w 2111887"/>
              <a:gd name="connsiteY2" fmla="*/ 13839 h 4573932"/>
              <a:gd name="connsiteX3" fmla="*/ 698474 w 2111887"/>
              <a:gd name="connsiteY3" fmla="*/ 125757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7724 h 4573932"/>
              <a:gd name="connsiteX1" fmla="*/ 235311 w 2111887"/>
              <a:gd name="connsiteY1" fmla="*/ 18601 h 4573932"/>
              <a:gd name="connsiteX2" fmla="*/ 579412 w 2111887"/>
              <a:gd name="connsiteY2" fmla="*/ 13839 h 4573932"/>
              <a:gd name="connsiteX3" fmla="*/ 762768 w 2111887"/>
              <a:gd name="connsiteY3" fmla="*/ 28126 h 4573932"/>
              <a:gd name="connsiteX4" fmla="*/ 1055662 w 2111887"/>
              <a:gd name="connsiteY4" fmla="*/ 130519 h 4573932"/>
              <a:gd name="connsiteX5" fmla="*/ 1427138 w 2111887"/>
              <a:gd name="connsiteY5" fmla="*/ 128138 h 4573932"/>
              <a:gd name="connsiteX6" fmla="*/ 1520006 w 2111887"/>
              <a:gd name="connsiteY6" fmla="*/ 13838 h 4573932"/>
              <a:gd name="connsiteX7" fmla="*/ 1895626 w 2111887"/>
              <a:gd name="connsiteY7" fmla="*/ 23364 h 4573932"/>
              <a:gd name="connsiteX8" fmla="*/ 2111887 w 2111887"/>
              <a:gd name="connsiteY8" fmla="*/ 277724 h 4573932"/>
              <a:gd name="connsiteX9" fmla="*/ 2111887 w 2111887"/>
              <a:gd name="connsiteY9" fmla="*/ 4326715 h 4573932"/>
              <a:gd name="connsiteX10" fmla="*/ 1864670 w 2111887"/>
              <a:gd name="connsiteY10" fmla="*/ 4573932 h 4573932"/>
              <a:gd name="connsiteX11" fmla="*/ 247217 w 2111887"/>
              <a:gd name="connsiteY11" fmla="*/ 4573932 h 4573932"/>
              <a:gd name="connsiteX12" fmla="*/ 0 w 2111887"/>
              <a:gd name="connsiteY12" fmla="*/ 4326715 h 4573932"/>
              <a:gd name="connsiteX13" fmla="*/ 0 w 2111887"/>
              <a:gd name="connsiteY13" fmla="*/ 277724 h 4573932"/>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55662 w 2111887"/>
              <a:gd name="connsiteY4" fmla="*/ 124792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046137 w 2111887"/>
              <a:gd name="connsiteY4" fmla="*/ 15255 h 4568205"/>
              <a:gd name="connsiteX5" fmla="*/ 1272357 w 2111887"/>
              <a:gd name="connsiteY5" fmla="*/ 22398 h 4568205"/>
              <a:gd name="connsiteX6" fmla="*/ 1520006 w 2111887"/>
              <a:gd name="connsiteY6" fmla="*/ 8111 h 4568205"/>
              <a:gd name="connsiteX7" fmla="*/ 1895626 w 2111887"/>
              <a:gd name="connsiteY7" fmla="*/ 17637 h 4568205"/>
              <a:gd name="connsiteX8" fmla="*/ 2111887 w 2111887"/>
              <a:gd name="connsiteY8" fmla="*/ 271997 h 4568205"/>
              <a:gd name="connsiteX9" fmla="*/ 2111887 w 2111887"/>
              <a:gd name="connsiteY9" fmla="*/ 4320988 h 4568205"/>
              <a:gd name="connsiteX10" fmla="*/ 1864670 w 2111887"/>
              <a:gd name="connsiteY10" fmla="*/ 4568205 h 4568205"/>
              <a:gd name="connsiteX11" fmla="*/ 247217 w 2111887"/>
              <a:gd name="connsiteY11" fmla="*/ 4568205 h 4568205"/>
              <a:gd name="connsiteX12" fmla="*/ 0 w 2111887"/>
              <a:gd name="connsiteY12" fmla="*/ 4320988 h 4568205"/>
              <a:gd name="connsiteX13" fmla="*/ 0 w 2111887"/>
              <a:gd name="connsiteY13" fmla="*/ 271997 h 4568205"/>
              <a:gd name="connsiteX0" fmla="*/ 0 w 2111887"/>
              <a:gd name="connsiteY0" fmla="*/ 271997 h 4568205"/>
              <a:gd name="connsiteX1" fmla="*/ 235311 w 2111887"/>
              <a:gd name="connsiteY1" fmla="*/ 12874 h 4568205"/>
              <a:gd name="connsiteX2" fmla="*/ 579412 w 2111887"/>
              <a:gd name="connsiteY2" fmla="*/ 8112 h 4568205"/>
              <a:gd name="connsiteX3" fmla="*/ 762768 w 2111887"/>
              <a:gd name="connsiteY3" fmla="*/ 22399 h 4568205"/>
              <a:gd name="connsiteX4" fmla="*/ 1272357 w 2111887"/>
              <a:gd name="connsiteY4" fmla="*/ 22398 h 4568205"/>
              <a:gd name="connsiteX5" fmla="*/ 1520006 w 2111887"/>
              <a:gd name="connsiteY5" fmla="*/ 8111 h 4568205"/>
              <a:gd name="connsiteX6" fmla="*/ 1895626 w 2111887"/>
              <a:gd name="connsiteY6" fmla="*/ 17637 h 4568205"/>
              <a:gd name="connsiteX7" fmla="*/ 2111887 w 2111887"/>
              <a:gd name="connsiteY7" fmla="*/ 271997 h 4568205"/>
              <a:gd name="connsiteX8" fmla="*/ 2111887 w 2111887"/>
              <a:gd name="connsiteY8" fmla="*/ 4320988 h 4568205"/>
              <a:gd name="connsiteX9" fmla="*/ 1864670 w 2111887"/>
              <a:gd name="connsiteY9" fmla="*/ 4568205 h 4568205"/>
              <a:gd name="connsiteX10" fmla="*/ 247217 w 2111887"/>
              <a:gd name="connsiteY10" fmla="*/ 4568205 h 4568205"/>
              <a:gd name="connsiteX11" fmla="*/ 0 w 2111887"/>
              <a:gd name="connsiteY11" fmla="*/ 4320988 h 4568205"/>
              <a:gd name="connsiteX12" fmla="*/ 0 w 2111887"/>
              <a:gd name="connsiteY12" fmla="*/ 271997 h 4568205"/>
              <a:gd name="connsiteX0" fmla="*/ 0 w 2111887"/>
              <a:gd name="connsiteY0" fmla="*/ 275715 h 4571923"/>
              <a:gd name="connsiteX1" fmla="*/ 235311 w 2111887"/>
              <a:gd name="connsiteY1" fmla="*/ 16592 h 4571923"/>
              <a:gd name="connsiteX2" fmla="*/ 762768 w 2111887"/>
              <a:gd name="connsiteY2" fmla="*/ 26117 h 4571923"/>
              <a:gd name="connsiteX3" fmla="*/ 1272357 w 2111887"/>
              <a:gd name="connsiteY3" fmla="*/ 26116 h 4571923"/>
              <a:gd name="connsiteX4" fmla="*/ 1520006 w 2111887"/>
              <a:gd name="connsiteY4" fmla="*/ 11829 h 4571923"/>
              <a:gd name="connsiteX5" fmla="*/ 1895626 w 2111887"/>
              <a:gd name="connsiteY5" fmla="*/ 21355 h 4571923"/>
              <a:gd name="connsiteX6" fmla="*/ 2111887 w 2111887"/>
              <a:gd name="connsiteY6" fmla="*/ 275715 h 4571923"/>
              <a:gd name="connsiteX7" fmla="*/ 2111887 w 2111887"/>
              <a:gd name="connsiteY7" fmla="*/ 4324706 h 4571923"/>
              <a:gd name="connsiteX8" fmla="*/ 1864670 w 2111887"/>
              <a:gd name="connsiteY8" fmla="*/ 4571923 h 4571923"/>
              <a:gd name="connsiteX9" fmla="*/ 247217 w 2111887"/>
              <a:gd name="connsiteY9" fmla="*/ 4571923 h 4571923"/>
              <a:gd name="connsiteX10" fmla="*/ 0 w 2111887"/>
              <a:gd name="connsiteY10" fmla="*/ 4324706 h 4571923"/>
              <a:gd name="connsiteX11" fmla="*/ 0 w 2111887"/>
              <a:gd name="connsiteY11" fmla="*/ 275715 h 4571923"/>
              <a:gd name="connsiteX0" fmla="*/ 0 w 2111887"/>
              <a:gd name="connsiteY0" fmla="*/ 275289 h 4571497"/>
              <a:gd name="connsiteX1" fmla="*/ 235311 w 2111887"/>
              <a:gd name="connsiteY1" fmla="*/ 16166 h 4571497"/>
              <a:gd name="connsiteX2" fmla="*/ 1272357 w 2111887"/>
              <a:gd name="connsiteY2" fmla="*/ 25690 h 4571497"/>
              <a:gd name="connsiteX3" fmla="*/ 1520006 w 2111887"/>
              <a:gd name="connsiteY3" fmla="*/ 11403 h 4571497"/>
              <a:gd name="connsiteX4" fmla="*/ 1895626 w 2111887"/>
              <a:gd name="connsiteY4" fmla="*/ 20929 h 4571497"/>
              <a:gd name="connsiteX5" fmla="*/ 2111887 w 2111887"/>
              <a:gd name="connsiteY5" fmla="*/ 275289 h 4571497"/>
              <a:gd name="connsiteX6" fmla="*/ 2111887 w 2111887"/>
              <a:gd name="connsiteY6" fmla="*/ 4324280 h 4571497"/>
              <a:gd name="connsiteX7" fmla="*/ 1864670 w 2111887"/>
              <a:gd name="connsiteY7" fmla="*/ 4571497 h 4571497"/>
              <a:gd name="connsiteX8" fmla="*/ 247217 w 2111887"/>
              <a:gd name="connsiteY8" fmla="*/ 4571497 h 4571497"/>
              <a:gd name="connsiteX9" fmla="*/ 0 w 2111887"/>
              <a:gd name="connsiteY9" fmla="*/ 4324280 h 4571497"/>
              <a:gd name="connsiteX10" fmla="*/ 0 w 2111887"/>
              <a:gd name="connsiteY10" fmla="*/ 275289 h 4571497"/>
              <a:gd name="connsiteX0" fmla="*/ 0 w 2111887"/>
              <a:gd name="connsiteY0" fmla="*/ 280184 h 4576392"/>
              <a:gd name="connsiteX1" fmla="*/ 235311 w 2111887"/>
              <a:gd name="connsiteY1" fmla="*/ 21061 h 4576392"/>
              <a:gd name="connsiteX2" fmla="*/ 1520006 w 2111887"/>
              <a:gd name="connsiteY2" fmla="*/ 16298 h 4576392"/>
              <a:gd name="connsiteX3" fmla="*/ 1895626 w 2111887"/>
              <a:gd name="connsiteY3" fmla="*/ 25824 h 4576392"/>
              <a:gd name="connsiteX4" fmla="*/ 2111887 w 2111887"/>
              <a:gd name="connsiteY4" fmla="*/ 280184 h 4576392"/>
              <a:gd name="connsiteX5" fmla="*/ 2111887 w 2111887"/>
              <a:gd name="connsiteY5" fmla="*/ 4329175 h 4576392"/>
              <a:gd name="connsiteX6" fmla="*/ 1864670 w 2111887"/>
              <a:gd name="connsiteY6" fmla="*/ 4576392 h 4576392"/>
              <a:gd name="connsiteX7" fmla="*/ 247217 w 2111887"/>
              <a:gd name="connsiteY7" fmla="*/ 4576392 h 4576392"/>
              <a:gd name="connsiteX8" fmla="*/ 0 w 2111887"/>
              <a:gd name="connsiteY8" fmla="*/ 4329175 h 4576392"/>
              <a:gd name="connsiteX9" fmla="*/ 0 w 2111887"/>
              <a:gd name="connsiteY9" fmla="*/ 280184 h 4576392"/>
              <a:gd name="connsiteX0" fmla="*/ 0 w 2111887"/>
              <a:gd name="connsiteY0" fmla="*/ 288917 h 4585125"/>
              <a:gd name="connsiteX1" fmla="*/ 235311 w 2111887"/>
              <a:gd name="connsiteY1" fmla="*/ 29794 h 4585125"/>
              <a:gd name="connsiteX2" fmla="*/ 1895626 w 2111887"/>
              <a:gd name="connsiteY2" fmla="*/ 34557 h 4585125"/>
              <a:gd name="connsiteX3" fmla="*/ 2111887 w 2111887"/>
              <a:gd name="connsiteY3" fmla="*/ 288917 h 4585125"/>
              <a:gd name="connsiteX4" fmla="*/ 2111887 w 2111887"/>
              <a:gd name="connsiteY4" fmla="*/ 4337908 h 4585125"/>
              <a:gd name="connsiteX5" fmla="*/ 1864670 w 2111887"/>
              <a:gd name="connsiteY5" fmla="*/ 4585125 h 4585125"/>
              <a:gd name="connsiteX6" fmla="*/ 247217 w 2111887"/>
              <a:gd name="connsiteY6" fmla="*/ 4585125 h 4585125"/>
              <a:gd name="connsiteX7" fmla="*/ 0 w 2111887"/>
              <a:gd name="connsiteY7" fmla="*/ 4337908 h 4585125"/>
              <a:gd name="connsiteX8" fmla="*/ 0 w 2111887"/>
              <a:gd name="connsiteY8" fmla="*/ 288917 h 4585125"/>
              <a:gd name="connsiteX0" fmla="*/ 0 w 2111887"/>
              <a:gd name="connsiteY0" fmla="*/ 316063 h 4612271"/>
              <a:gd name="connsiteX1" fmla="*/ 235311 w 2111887"/>
              <a:gd name="connsiteY1" fmla="*/ 56940 h 4612271"/>
              <a:gd name="connsiteX2" fmla="*/ 1888483 w 2111887"/>
              <a:gd name="connsiteY2" fmla="*/ 18841 h 4612271"/>
              <a:gd name="connsiteX3" fmla="*/ 2111887 w 2111887"/>
              <a:gd name="connsiteY3" fmla="*/ 316063 h 4612271"/>
              <a:gd name="connsiteX4" fmla="*/ 2111887 w 2111887"/>
              <a:gd name="connsiteY4" fmla="*/ 4365054 h 4612271"/>
              <a:gd name="connsiteX5" fmla="*/ 1864670 w 2111887"/>
              <a:gd name="connsiteY5" fmla="*/ 4612271 h 4612271"/>
              <a:gd name="connsiteX6" fmla="*/ 247217 w 2111887"/>
              <a:gd name="connsiteY6" fmla="*/ 4612271 h 4612271"/>
              <a:gd name="connsiteX7" fmla="*/ 0 w 2111887"/>
              <a:gd name="connsiteY7" fmla="*/ 4365054 h 4612271"/>
              <a:gd name="connsiteX8" fmla="*/ 0 w 2111887"/>
              <a:gd name="connsiteY8" fmla="*/ 316063 h 4612271"/>
              <a:gd name="connsiteX0" fmla="*/ 0 w 2111887"/>
              <a:gd name="connsiteY0" fmla="*/ 327050 h 4623258"/>
              <a:gd name="connsiteX1" fmla="*/ 223404 w 2111887"/>
              <a:gd name="connsiteY1" fmla="*/ 34589 h 4623258"/>
              <a:gd name="connsiteX2" fmla="*/ 1888483 w 2111887"/>
              <a:gd name="connsiteY2" fmla="*/ 29828 h 4623258"/>
              <a:gd name="connsiteX3" fmla="*/ 2111887 w 2111887"/>
              <a:gd name="connsiteY3" fmla="*/ 327050 h 4623258"/>
              <a:gd name="connsiteX4" fmla="*/ 2111887 w 2111887"/>
              <a:gd name="connsiteY4" fmla="*/ 4376041 h 4623258"/>
              <a:gd name="connsiteX5" fmla="*/ 1864670 w 2111887"/>
              <a:gd name="connsiteY5" fmla="*/ 4623258 h 4623258"/>
              <a:gd name="connsiteX6" fmla="*/ 247217 w 2111887"/>
              <a:gd name="connsiteY6" fmla="*/ 4623258 h 4623258"/>
              <a:gd name="connsiteX7" fmla="*/ 0 w 2111887"/>
              <a:gd name="connsiteY7" fmla="*/ 4376041 h 4623258"/>
              <a:gd name="connsiteX8" fmla="*/ 0 w 2111887"/>
              <a:gd name="connsiteY8" fmla="*/ 327050 h 4623258"/>
              <a:gd name="connsiteX0" fmla="*/ 0 w 2111887"/>
              <a:gd name="connsiteY0" fmla="*/ 318359 h 4614567"/>
              <a:gd name="connsiteX1" fmla="*/ 223404 w 2111887"/>
              <a:gd name="connsiteY1" fmla="*/ 25898 h 4614567"/>
              <a:gd name="connsiteX2" fmla="*/ 1888483 w 2111887"/>
              <a:gd name="connsiteY2" fmla="*/ 21137 h 4614567"/>
              <a:gd name="connsiteX3" fmla="*/ 2111887 w 2111887"/>
              <a:gd name="connsiteY3" fmla="*/ 318359 h 4614567"/>
              <a:gd name="connsiteX4" fmla="*/ 2111887 w 2111887"/>
              <a:gd name="connsiteY4" fmla="*/ 4367350 h 4614567"/>
              <a:gd name="connsiteX5" fmla="*/ 1864670 w 2111887"/>
              <a:gd name="connsiteY5" fmla="*/ 4614567 h 4614567"/>
              <a:gd name="connsiteX6" fmla="*/ 247217 w 2111887"/>
              <a:gd name="connsiteY6" fmla="*/ 4614567 h 4614567"/>
              <a:gd name="connsiteX7" fmla="*/ 0 w 2111887"/>
              <a:gd name="connsiteY7" fmla="*/ 4367350 h 4614567"/>
              <a:gd name="connsiteX8" fmla="*/ 0 w 2111887"/>
              <a:gd name="connsiteY8" fmla="*/ 318359 h 4614567"/>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1887"/>
              <a:gd name="connsiteY0" fmla="*/ 308933 h 4605141"/>
              <a:gd name="connsiteX1" fmla="*/ 223404 w 2111887"/>
              <a:gd name="connsiteY1" fmla="*/ 16472 h 4605141"/>
              <a:gd name="connsiteX2" fmla="*/ 1888483 w 2111887"/>
              <a:gd name="connsiteY2" fmla="*/ 11711 h 4605141"/>
              <a:gd name="connsiteX3" fmla="*/ 2111887 w 2111887"/>
              <a:gd name="connsiteY3" fmla="*/ 308933 h 4605141"/>
              <a:gd name="connsiteX4" fmla="*/ 2111887 w 2111887"/>
              <a:gd name="connsiteY4" fmla="*/ 4357924 h 4605141"/>
              <a:gd name="connsiteX5" fmla="*/ 1864670 w 2111887"/>
              <a:gd name="connsiteY5" fmla="*/ 4605141 h 4605141"/>
              <a:gd name="connsiteX6" fmla="*/ 247217 w 2111887"/>
              <a:gd name="connsiteY6" fmla="*/ 4605141 h 4605141"/>
              <a:gd name="connsiteX7" fmla="*/ 0 w 2111887"/>
              <a:gd name="connsiteY7" fmla="*/ 4357924 h 4605141"/>
              <a:gd name="connsiteX8" fmla="*/ 0 w 2111887"/>
              <a:gd name="connsiteY8" fmla="*/ 308933 h 4605141"/>
              <a:gd name="connsiteX0" fmla="*/ 0 w 2119031"/>
              <a:gd name="connsiteY0" fmla="*/ 292265 h 4605141"/>
              <a:gd name="connsiteX1" fmla="*/ 230548 w 2119031"/>
              <a:gd name="connsiteY1" fmla="*/ 16472 h 4605141"/>
              <a:gd name="connsiteX2" fmla="*/ 1895627 w 2119031"/>
              <a:gd name="connsiteY2" fmla="*/ 11711 h 4605141"/>
              <a:gd name="connsiteX3" fmla="*/ 2119031 w 2119031"/>
              <a:gd name="connsiteY3" fmla="*/ 308933 h 4605141"/>
              <a:gd name="connsiteX4" fmla="*/ 2119031 w 2119031"/>
              <a:gd name="connsiteY4" fmla="*/ 4357924 h 4605141"/>
              <a:gd name="connsiteX5" fmla="*/ 1871814 w 2119031"/>
              <a:gd name="connsiteY5" fmla="*/ 4605141 h 4605141"/>
              <a:gd name="connsiteX6" fmla="*/ 254361 w 2119031"/>
              <a:gd name="connsiteY6" fmla="*/ 4605141 h 4605141"/>
              <a:gd name="connsiteX7" fmla="*/ 7144 w 2119031"/>
              <a:gd name="connsiteY7" fmla="*/ 4357924 h 4605141"/>
              <a:gd name="connsiteX8" fmla="*/ 0 w 2119031"/>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19031 w 2128556"/>
              <a:gd name="connsiteY4" fmla="*/ 4357924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05141"/>
              <a:gd name="connsiteX1" fmla="*/ 230548 w 2128556"/>
              <a:gd name="connsiteY1" fmla="*/ 16472 h 4605141"/>
              <a:gd name="connsiteX2" fmla="*/ 1895627 w 2128556"/>
              <a:gd name="connsiteY2" fmla="*/ 11711 h 4605141"/>
              <a:gd name="connsiteX3" fmla="*/ 2128556 w 2128556"/>
              <a:gd name="connsiteY3" fmla="*/ 297027 h 4605141"/>
              <a:gd name="connsiteX4" fmla="*/ 2128556 w 2128556"/>
              <a:gd name="connsiteY4" fmla="*/ 4360305 h 4605141"/>
              <a:gd name="connsiteX5" fmla="*/ 1871814 w 2128556"/>
              <a:gd name="connsiteY5" fmla="*/ 4605141 h 4605141"/>
              <a:gd name="connsiteX6" fmla="*/ 254361 w 2128556"/>
              <a:gd name="connsiteY6" fmla="*/ 4605141 h 4605141"/>
              <a:gd name="connsiteX7" fmla="*/ 7144 w 2128556"/>
              <a:gd name="connsiteY7" fmla="*/ 4357924 h 4605141"/>
              <a:gd name="connsiteX8" fmla="*/ 0 w 2128556"/>
              <a:gd name="connsiteY8" fmla="*/ 292265 h 4605141"/>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05141 h 4626572"/>
              <a:gd name="connsiteX7" fmla="*/ 7144 w 2128556"/>
              <a:gd name="connsiteY7" fmla="*/ 4357924 h 4626572"/>
              <a:gd name="connsiteX8" fmla="*/ 0 w 2128556"/>
              <a:gd name="connsiteY8" fmla="*/ 292265 h 4626572"/>
              <a:gd name="connsiteX0" fmla="*/ 0 w 2128556"/>
              <a:gd name="connsiteY0" fmla="*/ 292265 h 4626572"/>
              <a:gd name="connsiteX1" fmla="*/ 230548 w 2128556"/>
              <a:gd name="connsiteY1" fmla="*/ 16472 h 4626572"/>
              <a:gd name="connsiteX2" fmla="*/ 1895627 w 2128556"/>
              <a:gd name="connsiteY2" fmla="*/ 11711 h 4626572"/>
              <a:gd name="connsiteX3" fmla="*/ 2128556 w 2128556"/>
              <a:gd name="connsiteY3" fmla="*/ 297027 h 4626572"/>
              <a:gd name="connsiteX4" fmla="*/ 2128556 w 2128556"/>
              <a:gd name="connsiteY4" fmla="*/ 4360305 h 4626572"/>
              <a:gd name="connsiteX5" fmla="*/ 1867051 w 2128556"/>
              <a:gd name="connsiteY5" fmla="*/ 4626572 h 4626572"/>
              <a:gd name="connsiteX6" fmla="*/ 254361 w 2128556"/>
              <a:gd name="connsiteY6" fmla="*/ 4624191 h 4626572"/>
              <a:gd name="connsiteX7" fmla="*/ 7144 w 2128556"/>
              <a:gd name="connsiteY7" fmla="*/ 4357924 h 4626572"/>
              <a:gd name="connsiteX8" fmla="*/ 0 w 2128556"/>
              <a:gd name="connsiteY8" fmla="*/ 292265 h 4626572"/>
              <a:gd name="connsiteX0" fmla="*/ 2874 w 2131430"/>
              <a:gd name="connsiteY0" fmla="*/ 292265 h 4626572"/>
              <a:gd name="connsiteX1" fmla="*/ 233422 w 2131430"/>
              <a:gd name="connsiteY1" fmla="*/ 16472 h 4626572"/>
              <a:gd name="connsiteX2" fmla="*/ 1898501 w 2131430"/>
              <a:gd name="connsiteY2" fmla="*/ 11711 h 4626572"/>
              <a:gd name="connsiteX3" fmla="*/ 2131430 w 2131430"/>
              <a:gd name="connsiteY3" fmla="*/ 297027 h 4626572"/>
              <a:gd name="connsiteX4" fmla="*/ 2131430 w 2131430"/>
              <a:gd name="connsiteY4" fmla="*/ 4360305 h 4626572"/>
              <a:gd name="connsiteX5" fmla="*/ 1869925 w 2131430"/>
              <a:gd name="connsiteY5" fmla="*/ 4626572 h 4626572"/>
              <a:gd name="connsiteX6" fmla="*/ 257235 w 2131430"/>
              <a:gd name="connsiteY6" fmla="*/ 4624191 h 4626572"/>
              <a:gd name="connsiteX7" fmla="*/ 493 w 2131430"/>
              <a:gd name="connsiteY7" fmla="*/ 4357924 h 4626572"/>
              <a:gd name="connsiteX8" fmla="*/ 2874 w 2131430"/>
              <a:gd name="connsiteY8" fmla="*/ 292265 h 462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1430" h="4626572">
                <a:moveTo>
                  <a:pt x="2874" y="292265"/>
                </a:moveTo>
                <a:cubicBezTo>
                  <a:pt x="2874" y="155731"/>
                  <a:pt x="101650" y="18853"/>
                  <a:pt x="233422" y="16472"/>
                </a:cubicBezTo>
                <a:cubicBezTo>
                  <a:pt x="556504" y="2654"/>
                  <a:pt x="1580975" y="-10045"/>
                  <a:pt x="1898501" y="11711"/>
                </a:cubicBezTo>
                <a:cubicBezTo>
                  <a:pt x="2042179" y="21236"/>
                  <a:pt x="2131430" y="160493"/>
                  <a:pt x="2131430" y="297027"/>
                </a:cubicBezTo>
                <a:lnTo>
                  <a:pt x="2131430" y="4360305"/>
                </a:lnTo>
                <a:cubicBezTo>
                  <a:pt x="2131430" y="4496839"/>
                  <a:pt x="2006459" y="4626572"/>
                  <a:pt x="1869925" y="4626572"/>
                </a:cubicBezTo>
                <a:lnTo>
                  <a:pt x="257235" y="4624191"/>
                </a:lnTo>
                <a:cubicBezTo>
                  <a:pt x="120701" y="4624191"/>
                  <a:pt x="493" y="4494458"/>
                  <a:pt x="493" y="4357924"/>
                </a:cubicBezTo>
                <a:cubicBezTo>
                  <a:pt x="-1888" y="3002704"/>
                  <a:pt x="5255" y="1647485"/>
                  <a:pt x="2874" y="292265"/>
                </a:cubicBezTo>
                <a:close/>
              </a:path>
            </a:pathLst>
          </a:custGeom>
          <a:blipFill>
            <a:blip r:embed="rId6"/>
            <a:stretch>
              <a:fillRect/>
            </a:stretch>
          </a:blipFill>
        </p:spPr>
        <p:txBody>
          <a:bodyPr anchor="ctr" anchorCtr="0"/>
          <a:lstStyle>
            <a:lvl1pPr marL="0" indent="0" algn="ctr">
              <a:buNone/>
              <a:defRPr/>
            </a:lvl1pPr>
          </a:lstStyle>
          <a:p>
            <a:r>
              <a:rPr lang="en-US"/>
              <a:t> </a:t>
            </a:r>
          </a:p>
        </p:txBody>
      </p:sp>
    </p:spTree>
    <p:extLst>
      <p:ext uri="{BB962C8B-B14F-4D97-AF65-F5344CB8AC3E}">
        <p14:creationId xmlns:p14="http://schemas.microsoft.com/office/powerpoint/2010/main" val="323630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xEl>
                                              <p:pRg st="0" end="0"/>
                                            </p:txEl>
                                          </p:spTgt>
                                        </p:tgtEl>
                                        <p:attrNameLst>
                                          <p:attrName>style.visibility</p:attrName>
                                        </p:attrNameLst>
                                      </p:cBhvr>
                                      <p:to>
                                        <p:strVal val="visible"/>
                                      </p:to>
                                    </p:set>
                                    <p:animEffect transition="in" filter="wipe(left)">
                                      <p:cBhvr>
                                        <p:cTn id="11"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K2D" panose="00000500000000000000" pitchFamily="2" charset="-34"/>
              </a:defRPr>
            </a:lvl1pPr>
          </a:lstStyle>
          <a:p>
            <a:fld id="{00D1CE85-AA59-46D7-98F4-301D80B40614}" type="datetimeFigureOut">
              <a:rPr lang="en-US" smtClean="0"/>
              <a:pPr/>
              <a:t>11/28/2025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K2D" panose="00000500000000000000" pitchFamily="2" charset="-34"/>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K2D" panose="00000500000000000000" pitchFamily="2" charset="-34"/>
              </a:defRPr>
            </a:lvl1pPr>
          </a:lstStyle>
          <a:p>
            <a:fld id="{B9B05A01-6F48-4D1A-BEA9-613C8F70D2DA}" type="slidenum">
              <a:rPr lang="en-US" smtClean="0"/>
              <a:pPr/>
              <a:t>‹#›</a:t>
            </a:fld>
            <a:endParaRPr lang="en-US"/>
          </a:p>
        </p:txBody>
      </p:sp>
    </p:spTree>
    <p:extLst>
      <p:ext uri="{BB962C8B-B14F-4D97-AF65-F5344CB8AC3E}">
        <p14:creationId xmlns:p14="http://schemas.microsoft.com/office/powerpoint/2010/main" val="1103704578"/>
      </p:ext>
    </p:extLst>
  </p:cSld>
  <p:clrMap bg1="lt1" tx1="dk1" bg2="lt2" tx2="dk2" accent1="accent1" accent2="accent2" accent3="accent3" accent4="accent4" accent5="accent5" accent6="accent6" hlink="hlink" folHlink="folHlink"/>
  <p:sldLayoutIdLst>
    <p:sldLayoutId id="2147483650" r:id="rId1"/>
    <p:sldLayoutId id="2147483680" r:id="rId2"/>
    <p:sldLayoutId id="2147483679" r:id="rId3"/>
    <p:sldLayoutId id="2147483652" r:id="rId4"/>
    <p:sldLayoutId id="2147483653" r:id="rId5"/>
    <p:sldLayoutId id="2147483654" r:id="rId6"/>
    <p:sldLayoutId id="2147483677" r:id="rId7"/>
    <p:sldLayoutId id="2147483655" r:id="rId8"/>
    <p:sldLayoutId id="2147483656" r:id="rId9"/>
    <p:sldLayoutId id="2147483657" r:id="rId10"/>
    <p:sldLayoutId id="2147483678" r:id="rId11"/>
    <p:sldLayoutId id="2147483658" r:id="rId12"/>
    <p:sldLayoutId id="2147483659" r:id="rId13"/>
    <p:sldLayoutId id="2147483660" r:id="rId14"/>
    <p:sldLayoutId id="2147483661" r:id="rId15"/>
    <p:sldLayoutId id="2147483663" r:id="rId16"/>
    <p:sldLayoutId id="2147483666" r:id="rId17"/>
    <p:sldLayoutId id="2147483674" r:id="rId18"/>
    <p:sldLayoutId id="2147483673" r:id="rId19"/>
    <p:sldLayoutId id="2147483675" r:id="rId20"/>
    <p:sldLayoutId id="2147483676" r:id="rId21"/>
    <p:sldLayoutId id="2147483664" r:id="rId22"/>
    <p:sldLayoutId id="2147483665" r:id="rId23"/>
    <p:sldLayoutId id="2147483667" r:id="rId24"/>
    <p:sldLayoutId id="2147483668" r:id="rId25"/>
    <p:sldLayoutId id="2147483669" r:id="rId26"/>
    <p:sldLayoutId id="2147483670" r:id="rId27"/>
    <p:sldLayoutId id="2147483671" r:id="rId28"/>
    <p:sldLayoutId id="2147483672" r:id="rId29"/>
  </p:sldLayoutIdLst>
  <p:txStyles>
    <p:title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5E41-A1AF-488B-B0BD-65F8B7FDA7DF}"/>
              </a:ext>
            </a:extLst>
          </p:cNvPr>
          <p:cNvSpPr>
            <a:spLocks noGrp="1"/>
          </p:cNvSpPr>
          <p:nvPr>
            <p:ph type="ctrTitle"/>
          </p:nvPr>
        </p:nvSpPr>
        <p:spPr>
          <a:xfrm>
            <a:off x="493143" y="1894114"/>
            <a:ext cx="11205713" cy="1776550"/>
          </a:xfrm>
        </p:spPr>
        <p:txBody>
          <a:bodyPr>
            <a:normAutofit/>
          </a:bodyPr>
          <a:lstStyle/>
          <a:p>
            <a:r>
              <a:rPr lang="vi-VN" dirty="0"/>
              <a:t>Báo cáo p</a:t>
            </a:r>
            <a:r>
              <a:rPr lang="en-US" dirty="0" err="1"/>
              <a:t>hân</a:t>
            </a:r>
            <a:r>
              <a:rPr lang="en-US" dirty="0"/>
              <a:t> </a:t>
            </a:r>
            <a:r>
              <a:rPr lang="en-US" dirty="0" err="1"/>
              <a:t>tích</a:t>
            </a:r>
            <a:r>
              <a:rPr lang="en-US" dirty="0"/>
              <a:t> so </a:t>
            </a:r>
            <a:r>
              <a:rPr lang="en-US" dirty="0" err="1"/>
              <a:t>sánh</a:t>
            </a:r>
            <a:r>
              <a:rPr lang="en-US" dirty="0"/>
              <a:t> </a:t>
            </a:r>
            <a:r>
              <a:rPr lang="en-US" dirty="0" err="1"/>
              <a:t>các</a:t>
            </a:r>
            <a:r>
              <a:rPr lang="en-US" dirty="0"/>
              <a:t> </a:t>
            </a:r>
            <a:r>
              <a:rPr lang="en-US" dirty="0" err="1"/>
              <a:t>công</a:t>
            </a:r>
            <a:r>
              <a:rPr lang="en-US" dirty="0"/>
              <a:t> </a:t>
            </a:r>
            <a:r>
              <a:rPr lang="en-US" dirty="0" err="1"/>
              <a:t>cụ</a:t>
            </a:r>
            <a:r>
              <a:rPr lang="en-US" dirty="0"/>
              <a:t> CNTT</a:t>
            </a:r>
          </a:p>
        </p:txBody>
      </p:sp>
      <p:sp>
        <p:nvSpPr>
          <p:cNvPr id="3" name="Subtitle 2">
            <a:extLst>
              <a:ext uri="{FF2B5EF4-FFF2-40B4-BE49-F238E27FC236}">
                <a16:creationId xmlns:a16="http://schemas.microsoft.com/office/drawing/2014/main" id="{F49537F2-C3B5-487E-AF04-318467A156F4}"/>
              </a:ext>
            </a:extLst>
          </p:cNvPr>
          <p:cNvSpPr>
            <a:spLocks noGrp="1"/>
          </p:cNvSpPr>
          <p:nvPr>
            <p:ph type="subTitle" idx="1"/>
          </p:nvPr>
        </p:nvSpPr>
        <p:spPr>
          <a:xfrm>
            <a:off x="493143" y="4229302"/>
            <a:ext cx="11205713" cy="1036706"/>
          </a:xfrm>
        </p:spPr>
        <p:txBody>
          <a:bodyPr/>
          <a:lstStyle/>
          <a:p>
            <a:r>
              <a:rPr lang="vi-VN" dirty="0"/>
              <a:t>Đề tài : </a:t>
            </a:r>
            <a:r>
              <a:rPr lang="vi-VN" dirty="0" err="1"/>
              <a:t>Chatbot</a:t>
            </a:r>
            <a:r>
              <a:rPr lang="vi-VN" dirty="0"/>
              <a:t> AI (</a:t>
            </a:r>
            <a:r>
              <a:rPr lang="vi-VN" dirty="0" err="1"/>
              <a:t>ChatGPT</a:t>
            </a:r>
            <a:r>
              <a:rPr lang="vi-VN" dirty="0"/>
              <a:t>, </a:t>
            </a:r>
            <a:r>
              <a:rPr lang="vi-VN" dirty="0" err="1"/>
              <a:t>Copilot</a:t>
            </a:r>
            <a:r>
              <a:rPr lang="vi-VN" dirty="0"/>
              <a:t>, </a:t>
            </a:r>
            <a:r>
              <a:rPr lang="vi-VN" dirty="0" err="1"/>
              <a:t>Gemini</a:t>
            </a:r>
            <a:r>
              <a:rPr lang="vi-VN" dirty="0"/>
              <a:t>)</a:t>
            </a:r>
            <a:endParaRPr lang="en-US" dirty="0"/>
          </a:p>
        </p:txBody>
      </p:sp>
      <p:sp>
        <p:nvSpPr>
          <p:cNvPr id="4" name="Text Placeholder 3">
            <a:extLst>
              <a:ext uri="{FF2B5EF4-FFF2-40B4-BE49-F238E27FC236}">
                <a16:creationId xmlns:a16="http://schemas.microsoft.com/office/drawing/2014/main" id="{8727A67E-F5E5-4E62-AFA1-B5747C25AED8}"/>
              </a:ext>
            </a:extLst>
          </p:cNvPr>
          <p:cNvSpPr>
            <a:spLocks noGrp="1"/>
          </p:cNvSpPr>
          <p:nvPr>
            <p:ph type="body" sz="quarter" idx="12"/>
          </p:nvPr>
        </p:nvSpPr>
        <p:spPr/>
        <p:txBody>
          <a:bodyPr/>
          <a:lstStyle/>
          <a:p>
            <a:r>
              <a:rPr lang="vi-VN" dirty="0"/>
              <a:t>Nhóm 5</a:t>
            </a:r>
            <a:endParaRPr lang="en-US" dirty="0"/>
          </a:p>
        </p:txBody>
      </p:sp>
    </p:spTree>
    <p:extLst>
      <p:ext uri="{BB962C8B-B14F-4D97-AF65-F5344CB8AC3E}">
        <p14:creationId xmlns:p14="http://schemas.microsoft.com/office/powerpoint/2010/main" val="520877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D5534-7827-4BC2-AA37-164B475ACC16}"/>
              </a:ext>
            </a:extLst>
          </p:cNvPr>
          <p:cNvSpPr>
            <a:spLocks noGrp="1"/>
          </p:cNvSpPr>
          <p:nvPr>
            <p:ph type="ctrTitle"/>
          </p:nvPr>
        </p:nvSpPr>
        <p:spPr>
          <a:xfrm>
            <a:off x="1443567" y="1773238"/>
            <a:ext cx="10029565" cy="1655762"/>
          </a:xfrm>
        </p:spPr>
        <p:txBody>
          <a:bodyPr/>
          <a:lstStyle/>
          <a:p>
            <a:r>
              <a:rPr lang="vi-VN" dirty="0"/>
              <a:t>Tổng quan về AI </a:t>
            </a:r>
            <a:endParaRPr lang="en-US" dirty="0"/>
          </a:p>
        </p:txBody>
      </p:sp>
    </p:spTree>
    <p:extLst>
      <p:ext uri="{BB962C8B-B14F-4D97-AF65-F5344CB8AC3E}">
        <p14:creationId xmlns:p14="http://schemas.microsoft.com/office/powerpoint/2010/main" val="220335719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C98C-59A6-490B-83BD-EE1E10A5BA9A}"/>
              </a:ext>
            </a:extLst>
          </p:cNvPr>
          <p:cNvSpPr>
            <a:spLocks noGrp="1"/>
          </p:cNvSpPr>
          <p:nvPr>
            <p:ph type="title"/>
          </p:nvPr>
        </p:nvSpPr>
        <p:spPr/>
        <p:txBody>
          <a:bodyPr/>
          <a:lstStyle/>
          <a:p>
            <a:r>
              <a:rPr lang="en-US" dirty="0" err="1"/>
              <a:t>Bối</a:t>
            </a:r>
            <a:r>
              <a:rPr lang="en-US" dirty="0"/>
              <a:t> cảnh và xu hướng </a:t>
            </a:r>
            <a:r>
              <a:rPr lang="en-US" dirty="0" err="1"/>
              <a:t>công</a:t>
            </a:r>
            <a:r>
              <a:rPr lang="en-US" dirty="0"/>
              <a:t> </a:t>
            </a:r>
            <a:r>
              <a:rPr lang="en-US" dirty="0" err="1"/>
              <a:t>nghệ</a:t>
            </a:r>
            <a:endParaRPr lang="en-US" dirty="0"/>
          </a:p>
        </p:txBody>
      </p:sp>
      <p:sp>
        <p:nvSpPr>
          <p:cNvPr id="3" name="Content Placeholder 2">
            <a:extLst>
              <a:ext uri="{FF2B5EF4-FFF2-40B4-BE49-F238E27FC236}">
                <a16:creationId xmlns:a16="http://schemas.microsoft.com/office/drawing/2014/main" id="{E48B3A4D-EB59-4245-BACF-15AE3A78BA4E}"/>
              </a:ext>
            </a:extLst>
          </p:cNvPr>
          <p:cNvSpPr>
            <a:spLocks noGrp="1"/>
          </p:cNvSpPr>
          <p:nvPr>
            <p:ph idx="1"/>
          </p:nvPr>
        </p:nvSpPr>
        <p:spPr>
          <a:xfrm>
            <a:off x="603068" y="1342299"/>
            <a:ext cx="4831081" cy="4313918"/>
          </a:xfrm>
        </p:spPr>
        <p:txBody>
          <a:bodyPr>
            <a:normAutofit/>
          </a:bodyPr>
          <a:lstStyle/>
          <a:p>
            <a:r>
              <a:rPr lang="vi-VN" dirty="0"/>
              <a:t>Nếu bạn để ý một chút thôi, bạn sẽ thấy AI đang len lỏi vào gần như mọi ngóc ngách của cuộc sống. Không còn chuyện AI chỉ trả lời vài câu hỏi nhàm chán rồi im lặng nữa. Giờ nó giống như một người cộng sự – luôn </a:t>
            </a:r>
            <a:r>
              <a:rPr lang="vi-VN" dirty="0" err="1"/>
              <a:t>luôn</a:t>
            </a:r>
            <a:r>
              <a:rPr lang="vi-VN" dirty="0"/>
              <a:t> sẵn sàng giúp bạn từ những việc nhỏ đến những chuyện đau đầu nhất.</a:t>
            </a:r>
            <a:endParaRPr lang="en-US" b="1" i="1" dirty="0"/>
          </a:p>
          <a:p>
            <a:endParaRPr lang="en-US" dirty="0"/>
          </a:p>
        </p:txBody>
      </p:sp>
      <p:pic>
        <p:nvPicPr>
          <p:cNvPr id="1030" name="Picture 6" descr="Ứng dụng công nghệ AI: Ai nhanh hơn, người đó chiến thắng">
            <a:extLst>
              <a:ext uri="{FF2B5EF4-FFF2-40B4-BE49-F238E27FC236}">
                <a16:creationId xmlns:a16="http://schemas.microsoft.com/office/drawing/2014/main" id="{E0E981F6-1801-B97B-554A-E7F472B7B9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21680" y="1477568"/>
            <a:ext cx="6096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2058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2" presetClass="entr" presetSubtype="2" fill="hold" nodeType="withEffect">
                                  <p:stCondLst>
                                    <p:cond delay="0"/>
                                  </p:stCondLst>
                                  <p:childTnLst>
                                    <p:set>
                                      <p:cBhvr>
                                        <p:cTn id="9" dur="1" fill="hold">
                                          <p:stCondLst>
                                            <p:cond delay="0"/>
                                          </p:stCondLst>
                                        </p:cTn>
                                        <p:tgtEl>
                                          <p:spTgt spid="1030"/>
                                        </p:tgtEl>
                                        <p:attrNameLst>
                                          <p:attrName>style.visibility</p:attrName>
                                        </p:attrNameLst>
                                      </p:cBhvr>
                                      <p:to>
                                        <p:strVal val="visible"/>
                                      </p:to>
                                    </p:set>
                                    <p:anim calcmode="lin" valueType="num">
                                      <p:cBhvr additive="base">
                                        <p:cTn id="10" dur="500" fill="hold"/>
                                        <p:tgtEl>
                                          <p:spTgt spid="1030"/>
                                        </p:tgtEl>
                                        <p:attrNameLst>
                                          <p:attrName>ppt_x</p:attrName>
                                        </p:attrNameLst>
                                      </p:cBhvr>
                                      <p:tavLst>
                                        <p:tav tm="0">
                                          <p:val>
                                            <p:strVal val="1+#ppt_w/2"/>
                                          </p:val>
                                        </p:tav>
                                        <p:tav tm="100000">
                                          <p:val>
                                            <p:strVal val="#ppt_x"/>
                                          </p:val>
                                        </p:tav>
                                      </p:tavLst>
                                    </p:anim>
                                    <p:anim calcmode="lin" valueType="num">
                                      <p:cBhvr additive="base">
                                        <p:cTn id="11" dur="500" fill="hold"/>
                                        <p:tgtEl>
                                          <p:spTgt spid="10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hỗ dành sẵn cho Văn bản 4">
            <a:extLst>
              <a:ext uri="{FF2B5EF4-FFF2-40B4-BE49-F238E27FC236}">
                <a16:creationId xmlns:a16="http://schemas.microsoft.com/office/drawing/2014/main" id="{0E2C464D-E54A-2A04-D002-0FE37E0B05BF}"/>
              </a:ext>
            </a:extLst>
          </p:cNvPr>
          <p:cNvSpPr>
            <a:spLocks noGrp="1"/>
          </p:cNvSpPr>
          <p:nvPr>
            <p:ph type="body" sz="quarter" idx="15"/>
          </p:nvPr>
        </p:nvSpPr>
        <p:spPr>
          <a:xfrm>
            <a:off x="198355" y="1306695"/>
            <a:ext cx="3641197" cy="4608330"/>
          </a:xfrm>
        </p:spPr>
        <p:txBody>
          <a:bodyPr>
            <a:normAutofit lnSpcReduction="10000"/>
          </a:bodyPr>
          <a:lstStyle/>
          <a:p>
            <a:pPr>
              <a:lnSpc>
                <a:spcPct val="110000"/>
              </a:lnSpc>
            </a:pPr>
            <a:r>
              <a:rPr lang="en-US" b="1" dirty="0" err="1">
                <a:latin typeface="Readex Pro" panose="020B0604020202020204" charset="-78"/>
                <a:cs typeface="Readex Pro" panose="020B0604020202020204" charset="-78"/>
              </a:rPr>
              <a:t>Mảnh</a:t>
            </a:r>
            <a:r>
              <a:rPr lang="en-US" b="1" dirty="0">
                <a:latin typeface="Readex Pro" panose="020B0604020202020204" charset="-78"/>
                <a:cs typeface="Readex Pro" panose="020B0604020202020204" charset="-78"/>
              </a:rPr>
              <a:t> </a:t>
            </a:r>
            <a:r>
              <a:rPr lang="en-US" b="1" dirty="0" err="1">
                <a:latin typeface="Readex Pro" panose="020B0604020202020204" charset="-78"/>
                <a:cs typeface="Readex Pro" panose="020B0604020202020204" charset="-78"/>
              </a:rPr>
              <a:t>ghép</a:t>
            </a:r>
            <a:r>
              <a:rPr lang="en-US" b="1" dirty="0">
                <a:latin typeface="Readex Pro" panose="020B0604020202020204" charset="-78"/>
                <a:cs typeface="Readex Pro" panose="020B0604020202020204" charset="-78"/>
              </a:rPr>
              <a:t> </a:t>
            </a:r>
            <a:r>
              <a:rPr lang="en-US" b="1" dirty="0" err="1">
                <a:latin typeface="Readex Pro" panose="020B0604020202020204" charset="-78"/>
                <a:cs typeface="Readex Pro" panose="020B0604020202020204" charset="-78"/>
              </a:rPr>
              <a:t>đầu</a:t>
            </a:r>
            <a:r>
              <a:rPr lang="en-US" b="1" dirty="0">
                <a:latin typeface="Readex Pro" panose="020B0604020202020204" charset="-78"/>
                <a:cs typeface="Readex Pro" panose="020B0604020202020204" charset="-78"/>
              </a:rPr>
              <a:t> </a:t>
            </a:r>
            <a:r>
              <a:rPr lang="en-US" b="1" dirty="0" err="1">
                <a:latin typeface="Readex Pro" panose="020B0604020202020204" charset="-78"/>
                <a:cs typeface="Readex Pro" panose="020B0604020202020204" charset="-78"/>
              </a:rPr>
              <a:t>tiên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chính</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là</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việc</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công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nghệ</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trở</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nên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gần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gũi</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hơn</a:t>
            </a:r>
            <a:r>
              <a:rPr lang="en-US" dirty="0">
                <a:latin typeface="Readex Pro" panose="020B0604020202020204" charset="-78"/>
                <a:cs typeface="Readex Pro" panose="020B0604020202020204" charset="-78"/>
              </a:rPr>
              <a:t> bao </a:t>
            </a:r>
            <a:r>
              <a:rPr lang="en-US" dirty="0" err="1">
                <a:latin typeface="Readex Pro" panose="020B0604020202020204" charset="-78"/>
                <a:cs typeface="Readex Pro" panose="020B0604020202020204" charset="-78"/>
              </a:rPr>
              <a:t>giờ</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hết</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Ngày</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xưa</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muốn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dùng</a:t>
            </a:r>
            <a:r>
              <a:rPr lang="en-US" dirty="0">
                <a:latin typeface="Readex Pro" panose="020B0604020202020204" charset="-78"/>
                <a:cs typeface="Readex Pro" panose="020B0604020202020204" charset="-78"/>
              </a:rPr>
              <a:t> AI, </a:t>
            </a:r>
            <a:r>
              <a:rPr lang="en-US" dirty="0" err="1">
                <a:latin typeface="Readex Pro" panose="020B0604020202020204" charset="-78"/>
                <a:cs typeface="Readex Pro" panose="020B0604020202020204" charset="-78"/>
              </a:rPr>
              <a:t>bạn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phải</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biết</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lập</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trình</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phải</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hiểu</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mô</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hình</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nghe</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thôi</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đã</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mệt</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Còn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bây</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giờ</a:t>
            </a:r>
            <a:r>
              <a:rPr lang="en-US" dirty="0">
                <a:latin typeface="Readex Pro" panose="020B0604020202020204" charset="-78"/>
                <a:cs typeface="Readex Pro" panose="020B0604020202020204" charset="-78"/>
              </a:rPr>
              <a:t> ư? </a:t>
            </a:r>
            <a:r>
              <a:rPr lang="en-US" dirty="0" err="1">
                <a:latin typeface="Readex Pro" panose="020B0604020202020204" charset="-78"/>
                <a:cs typeface="Readex Pro" panose="020B0604020202020204" charset="-78"/>
              </a:rPr>
              <a:t>Chỉ</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cần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biết</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nói</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chuyện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Tiếng</a:t>
            </a:r>
            <a:r>
              <a:rPr lang="en-US" dirty="0">
                <a:latin typeface="Readex Pro" panose="020B0604020202020204" charset="-78"/>
                <a:cs typeface="Readex Pro" panose="020B0604020202020204" charset="-78"/>
              </a:rPr>
              <a:t> Việt, </a:t>
            </a:r>
            <a:r>
              <a:rPr lang="en-US" dirty="0" err="1">
                <a:latin typeface="Readex Pro" panose="020B0604020202020204" charset="-78"/>
                <a:cs typeface="Readex Pro" panose="020B0604020202020204" charset="-78"/>
              </a:rPr>
              <a:t>tiếng</a:t>
            </a:r>
            <a:r>
              <a:rPr lang="en-US" dirty="0">
                <a:latin typeface="Readex Pro" panose="020B0604020202020204" charset="-78"/>
                <a:cs typeface="Readex Pro" panose="020B0604020202020204" charset="-78"/>
              </a:rPr>
              <a:t> Anh, </a:t>
            </a:r>
            <a:r>
              <a:rPr lang="en-US" dirty="0" err="1">
                <a:latin typeface="Readex Pro" panose="020B0604020202020204" charset="-78"/>
                <a:cs typeface="Readex Pro" panose="020B0604020202020204" charset="-78"/>
              </a:rPr>
              <a:t>bất</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cứ</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ngôn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ngữ</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nào</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bạn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quen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là</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đủ</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để</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yêu</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cầu</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máy</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làm</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những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việc</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mà</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trước</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đây</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chỉ</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chuyên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gia</a:t>
            </a:r>
            <a:r>
              <a:rPr lang="en-US" dirty="0">
                <a:latin typeface="Readex Pro" panose="020B0604020202020204" charset="-78"/>
                <a:cs typeface="Readex Pro" panose="020B0604020202020204" charset="-78"/>
              </a:rPr>
              <a:t> </a:t>
            </a:r>
            <a:r>
              <a:rPr lang="vi-VN" dirty="0">
                <a:latin typeface="Readex Pro" panose="020B0604020202020204" charset="-78"/>
                <a:cs typeface="Readex Pro" panose="020B0604020202020204" charset="-78"/>
              </a:rPr>
              <a:t>mới có khả năng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Vậy</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nên</a:t>
            </a:r>
            <a:r>
              <a:rPr lang="en-US" dirty="0">
                <a:latin typeface="Readex Pro" panose="020B0604020202020204" charset="-78"/>
                <a:cs typeface="Readex Pro" panose="020B0604020202020204" charset="-78"/>
              </a:rPr>
              <a:t> ai </a:t>
            </a:r>
            <a:r>
              <a:rPr lang="en-US" dirty="0" err="1">
                <a:latin typeface="Readex Pro" panose="020B0604020202020204" charset="-78"/>
                <a:cs typeface="Readex Pro" panose="020B0604020202020204" charset="-78"/>
              </a:rPr>
              <a:t>cũng</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có</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thể</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chạm</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vào</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sức</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mạnh</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của</a:t>
            </a:r>
            <a:r>
              <a:rPr lang="en-US" dirty="0">
                <a:latin typeface="Readex Pro" panose="020B0604020202020204" charset="-78"/>
                <a:cs typeface="Readex Pro" panose="020B0604020202020204" charset="-78"/>
              </a:rPr>
              <a:t> AI, </a:t>
            </a:r>
            <a:r>
              <a:rPr lang="en-US" dirty="0" err="1">
                <a:latin typeface="Readex Pro" panose="020B0604020202020204" charset="-78"/>
                <a:cs typeface="Readex Pro" panose="020B0604020202020204" charset="-78"/>
              </a:rPr>
              <a:t>dù</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là</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học</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sinh</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nhân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viên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văn</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phòng</a:t>
            </a:r>
            <a:r>
              <a:rPr lang="en-US" dirty="0">
                <a:latin typeface="Readex Pro" panose="020B0604020202020204" charset="-78"/>
                <a:cs typeface="Readex Pro" panose="020B0604020202020204" charset="-78"/>
              </a:rPr>
              <a:t> hay </a:t>
            </a:r>
            <a:r>
              <a:rPr lang="en-US" dirty="0" err="1">
                <a:latin typeface="Readex Pro" panose="020B0604020202020204" charset="-78"/>
                <a:cs typeface="Readex Pro" panose="020B0604020202020204" charset="-78"/>
              </a:rPr>
              <a:t>người</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chưa</a:t>
            </a:r>
            <a:r>
              <a:rPr lang="en-US" dirty="0">
                <a:latin typeface="Readex Pro" panose="020B0604020202020204" charset="-78"/>
                <a:cs typeface="Readex Pro" panose="020B0604020202020204" charset="-78"/>
              </a:rPr>
              <a:t> </a:t>
            </a:r>
            <a:r>
              <a:rPr lang="en-US" dirty="0" err="1">
                <a:latin typeface="Readex Pro" panose="020B0604020202020204" charset="-78"/>
                <a:cs typeface="Readex Pro" panose="020B0604020202020204" charset="-78"/>
              </a:rPr>
              <a:t>từng</a:t>
            </a:r>
            <a:r>
              <a:rPr lang="en-US" dirty="0">
                <a:latin typeface="Readex Pro" panose="020B0604020202020204" charset="-78"/>
                <a:cs typeface="Readex Pro" panose="020B0604020202020204" charset="-78"/>
              </a:rPr>
              <a:t> </a:t>
            </a:r>
            <a:r>
              <a:rPr lang="vi-VN" dirty="0">
                <a:latin typeface="Readex Pro" panose="020B0604020202020204" charset="-78"/>
                <a:cs typeface="Readex Pro" panose="020B0604020202020204" charset="-78"/>
              </a:rPr>
              <a:t>học viết</a:t>
            </a:r>
            <a:r>
              <a:rPr lang="en-US" dirty="0">
                <a:latin typeface="Readex Pro" panose="020B0604020202020204" charset="-78"/>
                <a:cs typeface="Readex Pro" panose="020B0604020202020204" charset="-78"/>
              </a:rPr>
              <a:t> code.</a:t>
            </a:r>
            <a:endParaRPr lang="vi-VN" dirty="0">
              <a:latin typeface="Readex Pro" panose="020B0604020202020204" charset="-78"/>
              <a:cs typeface="Readex Pro" panose="020B0604020202020204" charset="-78"/>
            </a:endParaRPr>
          </a:p>
        </p:txBody>
      </p:sp>
      <p:sp>
        <p:nvSpPr>
          <p:cNvPr id="6" name="Chỗ dành sẵn cho Văn bản 5">
            <a:extLst>
              <a:ext uri="{FF2B5EF4-FFF2-40B4-BE49-F238E27FC236}">
                <a16:creationId xmlns:a16="http://schemas.microsoft.com/office/drawing/2014/main" id="{56A8EBAD-0A7C-C2DC-76E5-BDB7B2582970}"/>
              </a:ext>
            </a:extLst>
          </p:cNvPr>
          <p:cNvSpPr>
            <a:spLocks noGrp="1"/>
          </p:cNvSpPr>
          <p:nvPr>
            <p:ph type="body" sz="quarter" idx="16"/>
          </p:nvPr>
        </p:nvSpPr>
        <p:spPr>
          <a:xfrm>
            <a:off x="4378401" y="1306696"/>
            <a:ext cx="3472375" cy="4608329"/>
          </a:xfrm>
        </p:spPr>
        <p:txBody>
          <a:bodyPr/>
          <a:lstStyle/>
          <a:p>
            <a:r>
              <a:rPr lang="vi-VN" b="1" dirty="0">
                <a:latin typeface="Readex Pro" panose="020B0604020202020204" charset="-78"/>
                <a:cs typeface="Readex Pro" panose="020B0604020202020204" charset="-78"/>
              </a:rPr>
              <a:t>Mảnh ghép thứ hai </a:t>
            </a:r>
            <a:r>
              <a:rPr lang="vi-VN" dirty="0">
                <a:latin typeface="Readex Pro" panose="020B0604020202020204" charset="-78"/>
                <a:cs typeface="Readex Pro" panose="020B0604020202020204" charset="-78"/>
              </a:rPr>
              <a:t>là khả năng xử lý dữ liệu khổng lồ và tốc độ tính toán vượt trội AI tạo sinh trở nên mạnh mẽ một phần nhờ vào sự phát triển của phần cứng và hạ tầng điện toán. Máy móc giờ đây có thể xử lý hàng tỷ thông tin trong vài giây, học từ lượng dữ liệu khổng lồ mà con người không thể tưởng tượng nổi. Điều này giúp AI không chỉ hiểu ngôn ngữ mà còn dự đoán, tạo ra nội dung, hình ảnh, </a:t>
            </a:r>
            <a:r>
              <a:rPr lang="vi-VN" dirty="0" err="1">
                <a:latin typeface="Readex Pro" panose="020B0604020202020204" charset="-78"/>
                <a:cs typeface="Readex Pro" panose="020B0604020202020204" charset="-78"/>
              </a:rPr>
              <a:t>video</a:t>
            </a:r>
            <a:r>
              <a:rPr lang="vi-VN" dirty="0">
                <a:latin typeface="Readex Pro" panose="020B0604020202020204" charset="-78"/>
                <a:cs typeface="Readex Pro" panose="020B0604020202020204" charset="-78"/>
              </a:rPr>
              <a:t>… một cách nhanh chóng và chính xác.</a:t>
            </a:r>
          </a:p>
        </p:txBody>
      </p:sp>
      <p:sp>
        <p:nvSpPr>
          <p:cNvPr id="7" name="Chỗ dành sẵn cho Văn bản 6">
            <a:extLst>
              <a:ext uri="{FF2B5EF4-FFF2-40B4-BE49-F238E27FC236}">
                <a16:creationId xmlns:a16="http://schemas.microsoft.com/office/drawing/2014/main" id="{82D3D4E0-8CF0-B07C-B4DA-5145F1A7DEE1}"/>
              </a:ext>
            </a:extLst>
          </p:cNvPr>
          <p:cNvSpPr>
            <a:spLocks noGrp="1"/>
          </p:cNvSpPr>
          <p:nvPr>
            <p:ph type="body" sz="quarter" idx="17"/>
          </p:nvPr>
        </p:nvSpPr>
        <p:spPr/>
        <p:txBody>
          <a:bodyPr/>
          <a:lstStyle/>
          <a:p>
            <a:r>
              <a:rPr lang="vi-VN" b="1" dirty="0"/>
              <a:t>Mảnh ghép thứ ba </a:t>
            </a:r>
            <a:r>
              <a:rPr lang="vi-VN" dirty="0"/>
              <a:t>là sự phong phú của ứng dụng và cộng đồng sáng tạo AI tạo sinh bùng nổ còn nhờ vào việc mọi người liên tục tìm ra cách áp dụng nó vào đời sống và công việc. Từ viết nội dung, lập trình, thiết kế, đến hỗ trợ học tập, sáng tạo nhạc hay thậm chí trò chuyện giải trí… tất cả đều có thể làm bằng AI. Cộng đồng người dùng và các nhà phát triển ngày càng lớn, chia sẻ </a:t>
            </a:r>
            <a:r>
              <a:rPr lang="vi-VN" dirty="0" err="1"/>
              <a:t>prompt</a:t>
            </a:r>
            <a:r>
              <a:rPr lang="vi-VN" dirty="0"/>
              <a:t>, công thức, </a:t>
            </a:r>
            <a:r>
              <a:rPr lang="vi-VN" dirty="0" err="1"/>
              <a:t>plugin</a:t>
            </a:r>
            <a:r>
              <a:rPr lang="vi-VN" dirty="0"/>
              <a:t>… khiến AI ngày càng hữu dụng và gần gũi hơn với tất cả mọi người.</a:t>
            </a:r>
            <a:endParaRPr lang="en-US" sz="1600" dirty="0"/>
          </a:p>
        </p:txBody>
      </p:sp>
      <p:sp>
        <p:nvSpPr>
          <p:cNvPr id="8" name="Content Placeholder 5">
            <a:extLst>
              <a:ext uri="{FF2B5EF4-FFF2-40B4-BE49-F238E27FC236}">
                <a16:creationId xmlns:a16="http://schemas.microsoft.com/office/drawing/2014/main" id="{CDB77C9B-BC45-DF75-81CE-1B85CE952D2D}"/>
              </a:ext>
            </a:extLst>
          </p:cNvPr>
          <p:cNvSpPr txBox="1">
            <a:spLocks/>
          </p:cNvSpPr>
          <p:nvPr/>
        </p:nvSpPr>
        <p:spPr>
          <a:xfrm>
            <a:off x="202475" y="235132"/>
            <a:ext cx="11586753" cy="14891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Readex Pro" pitchFamily="2" charset="-78"/>
                <a:ea typeface="+mn-ea"/>
                <a:cs typeface="Readex Pro" pitchFamily="2"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Readex Pro" pitchFamily="2" charset="-78"/>
                <a:ea typeface="+mn-ea"/>
                <a:cs typeface="Readex Pro" pitchFamily="2"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Readex Pro" pitchFamily="2" charset="-78"/>
                <a:ea typeface="+mn-ea"/>
                <a:cs typeface="Readex Pro" pitchFamily="2"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Readex Pro" pitchFamily="2" charset="-78"/>
                <a:ea typeface="+mn-ea"/>
                <a:cs typeface="Readex Pro" pitchFamily="2"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err="1">
                <a:solidFill>
                  <a:srgbClr val="1F5CAA"/>
                </a:solidFill>
              </a:rPr>
              <a:t>Vì</a:t>
            </a:r>
            <a:r>
              <a:rPr lang="en-US" sz="2400" b="1" dirty="0">
                <a:solidFill>
                  <a:srgbClr val="1F5CAA"/>
                </a:solidFill>
              </a:rPr>
              <a:t> </a:t>
            </a:r>
            <a:r>
              <a:rPr lang="en-US" sz="2400" b="1" dirty="0" err="1">
                <a:solidFill>
                  <a:srgbClr val="1F5CAA"/>
                </a:solidFill>
              </a:rPr>
              <a:t>sao</a:t>
            </a:r>
            <a:r>
              <a:rPr lang="en-US" sz="2400" b="1" dirty="0">
                <a:solidFill>
                  <a:srgbClr val="1F5CAA"/>
                </a:solidFill>
              </a:rPr>
              <a:t> AI </a:t>
            </a:r>
            <a:r>
              <a:rPr lang="en-US" sz="2400" b="1" dirty="0" err="1">
                <a:solidFill>
                  <a:srgbClr val="1F5CAA"/>
                </a:solidFill>
              </a:rPr>
              <a:t>tạo</a:t>
            </a:r>
            <a:r>
              <a:rPr lang="en-US" sz="2400" b="1" dirty="0">
                <a:solidFill>
                  <a:srgbClr val="1F5CAA"/>
                </a:solidFill>
              </a:rPr>
              <a:t> </a:t>
            </a:r>
            <a:r>
              <a:rPr lang="en-US" sz="2400" b="1" dirty="0" err="1">
                <a:solidFill>
                  <a:srgbClr val="1F5CAA"/>
                </a:solidFill>
              </a:rPr>
              <a:t>sinh</a:t>
            </a:r>
            <a:r>
              <a:rPr lang="en-US" sz="2400" b="1" dirty="0">
                <a:solidFill>
                  <a:srgbClr val="1F5CAA"/>
                </a:solidFill>
              </a:rPr>
              <a:t> </a:t>
            </a:r>
            <a:r>
              <a:rPr lang="en-US" sz="2400" b="1" dirty="0" err="1">
                <a:solidFill>
                  <a:srgbClr val="1F5CAA"/>
                </a:solidFill>
              </a:rPr>
              <a:t>lại</a:t>
            </a:r>
            <a:r>
              <a:rPr lang="en-US" sz="2400" b="1" dirty="0">
                <a:solidFill>
                  <a:srgbClr val="1F5CAA"/>
                </a:solidFill>
              </a:rPr>
              <a:t> </a:t>
            </a:r>
            <a:r>
              <a:rPr lang="en-US" sz="2400" b="1" dirty="0" err="1">
                <a:solidFill>
                  <a:srgbClr val="1F5CAA"/>
                </a:solidFill>
              </a:rPr>
              <a:t>bùng</a:t>
            </a:r>
            <a:r>
              <a:rPr lang="en-US" sz="2400" b="1" dirty="0">
                <a:solidFill>
                  <a:srgbClr val="1F5CAA"/>
                </a:solidFill>
              </a:rPr>
              <a:t> </a:t>
            </a:r>
            <a:r>
              <a:rPr lang="en-US" sz="2400" b="1" dirty="0" err="1">
                <a:solidFill>
                  <a:srgbClr val="1F5CAA"/>
                </a:solidFill>
              </a:rPr>
              <a:t>nổ</a:t>
            </a:r>
            <a:r>
              <a:rPr lang="en-US" sz="2400" b="1" dirty="0">
                <a:solidFill>
                  <a:srgbClr val="1F5CAA"/>
                </a:solidFill>
              </a:rPr>
              <a:t> </a:t>
            </a:r>
            <a:r>
              <a:rPr lang="en-US" sz="2400" b="1" dirty="0" err="1">
                <a:solidFill>
                  <a:srgbClr val="1F5CAA"/>
                </a:solidFill>
              </a:rPr>
              <a:t>mạnh</a:t>
            </a:r>
            <a:r>
              <a:rPr lang="en-US" sz="2400" b="1" dirty="0">
                <a:solidFill>
                  <a:srgbClr val="1F5CAA"/>
                </a:solidFill>
              </a:rPr>
              <a:t> </a:t>
            </a:r>
            <a:r>
              <a:rPr lang="en-US" sz="2400" b="1" dirty="0" err="1">
                <a:solidFill>
                  <a:srgbClr val="1F5CAA"/>
                </a:solidFill>
              </a:rPr>
              <a:t>đến</a:t>
            </a:r>
            <a:r>
              <a:rPr lang="en-US" sz="2400" b="1" dirty="0">
                <a:solidFill>
                  <a:srgbClr val="1F5CAA"/>
                </a:solidFill>
              </a:rPr>
              <a:t> </a:t>
            </a:r>
            <a:r>
              <a:rPr lang="en-US" sz="2400" b="1" dirty="0" err="1">
                <a:solidFill>
                  <a:srgbClr val="1F5CAA"/>
                </a:solidFill>
              </a:rPr>
              <a:t>vậy</a:t>
            </a:r>
            <a:r>
              <a:rPr lang="en-US" sz="2400" b="1" dirty="0">
                <a:solidFill>
                  <a:srgbClr val="1F5CAA"/>
                </a:solidFill>
              </a:rPr>
              <a:t>?</a:t>
            </a:r>
            <a:endParaRPr lang="vi-VN" sz="2400" b="1" dirty="0">
              <a:solidFill>
                <a:srgbClr val="1F5CAA"/>
              </a:solidFill>
            </a:endParaRPr>
          </a:p>
          <a:p>
            <a:pPr marL="0" indent="0">
              <a:lnSpc>
                <a:spcPct val="120000"/>
              </a:lnSpc>
              <a:buNone/>
            </a:pPr>
            <a:r>
              <a:rPr lang="en-US" sz="2000" b="1" dirty="0" err="1"/>
              <a:t>Thật</a:t>
            </a:r>
            <a:r>
              <a:rPr lang="en-US" sz="2000" b="1" dirty="0"/>
              <a:t> </a:t>
            </a:r>
            <a:r>
              <a:rPr lang="en-US" sz="2000" b="1" dirty="0" err="1"/>
              <a:t>ra</a:t>
            </a:r>
            <a:r>
              <a:rPr lang="en-US" sz="2000" b="1" dirty="0"/>
              <a:t>, </a:t>
            </a:r>
            <a:r>
              <a:rPr lang="en-US" sz="2000" b="1" dirty="0" err="1"/>
              <a:t>sự</a:t>
            </a:r>
            <a:r>
              <a:rPr lang="en-US" sz="2000" b="1" dirty="0"/>
              <a:t> </a:t>
            </a:r>
            <a:r>
              <a:rPr lang="en-US" sz="2000" b="1" dirty="0" err="1"/>
              <a:t>bùng</a:t>
            </a:r>
            <a:r>
              <a:rPr lang="en-US" sz="2000" b="1" dirty="0"/>
              <a:t> </a:t>
            </a:r>
            <a:r>
              <a:rPr lang="en-US" sz="2000" b="1" dirty="0" err="1"/>
              <a:t>nổ</a:t>
            </a:r>
            <a:r>
              <a:rPr lang="en-US" sz="2000" b="1" dirty="0"/>
              <a:t> </a:t>
            </a:r>
            <a:r>
              <a:rPr lang="en-US" sz="2000" b="1" dirty="0" err="1"/>
              <a:t>này</a:t>
            </a:r>
            <a:r>
              <a:rPr lang="en-US" sz="2000" b="1" dirty="0"/>
              <a:t> </a:t>
            </a:r>
            <a:r>
              <a:rPr lang="en-US" sz="2000" b="1" dirty="0" err="1"/>
              <a:t>không</a:t>
            </a:r>
            <a:r>
              <a:rPr lang="en-US" sz="2000" b="1" dirty="0"/>
              <a:t> </a:t>
            </a:r>
            <a:r>
              <a:rPr lang="en-US" sz="2000" b="1" dirty="0" err="1"/>
              <a:t>hề</a:t>
            </a:r>
            <a:r>
              <a:rPr lang="en-US" sz="2000" b="1" dirty="0"/>
              <a:t>…</a:t>
            </a:r>
            <a:r>
              <a:rPr lang="vi-VN" sz="2000" b="1" dirty="0"/>
              <a:t> </a:t>
            </a:r>
            <a:r>
              <a:rPr lang="en-US" sz="2000" b="1" dirty="0" err="1"/>
              <a:t>ngẫu</a:t>
            </a:r>
            <a:r>
              <a:rPr lang="en-US" sz="2000" b="1" dirty="0"/>
              <a:t> </a:t>
            </a:r>
            <a:r>
              <a:rPr lang="en-US" sz="2000" b="1" dirty="0" err="1"/>
              <a:t>nhiên</a:t>
            </a:r>
            <a:r>
              <a:rPr lang="en-US" sz="2000" b="1" dirty="0"/>
              <a:t>. </a:t>
            </a:r>
            <a:r>
              <a:rPr lang="en-US" sz="2000" b="1" dirty="0" err="1"/>
              <a:t>Nó</a:t>
            </a:r>
            <a:r>
              <a:rPr lang="en-US" sz="2000" b="1" dirty="0"/>
              <a:t> </a:t>
            </a:r>
            <a:r>
              <a:rPr lang="en-US" sz="2000" b="1" dirty="0" err="1"/>
              <a:t>đến</a:t>
            </a:r>
            <a:r>
              <a:rPr lang="en-US" sz="2000" b="1" dirty="0"/>
              <a:t> </a:t>
            </a:r>
            <a:r>
              <a:rPr lang="en-US" sz="2000" b="1" dirty="0" err="1"/>
              <a:t>từ</a:t>
            </a:r>
            <a:r>
              <a:rPr lang="en-US" sz="2000" b="1" dirty="0"/>
              <a:t> </a:t>
            </a:r>
            <a:r>
              <a:rPr lang="en-US" sz="2000" b="1" dirty="0" err="1"/>
              <a:t>ba</a:t>
            </a:r>
            <a:r>
              <a:rPr lang="en-US" sz="2000" b="1" dirty="0"/>
              <a:t> “</a:t>
            </a:r>
            <a:r>
              <a:rPr lang="en-US" sz="2000" b="1" dirty="0" err="1"/>
              <a:t>mảnh</a:t>
            </a:r>
            <a:r>
              <a:rPr lang="en-US" sz="2000" b="1" dirty="0"/>
              <a:t> </a:t>
            </a:r>
            <a:r>
              <a:rPr lang="en-US" sz="2000" b="1" dirty="0" err="1"/>
              <a:t>ghép</a:t>
            </a:r>
            <a:r>
              <a:rPr lang="en-US" sz="2000" b="1" dirty="0"/>
              <a:t>” </a:t>
            </a:r>
            <a:r>
              <a:rPr lang="en-US" sz="2000" b="1" dirty="0" err="1"/>
              <a:t>quan</a:t>
            </a:r>
            <a:r>
              <a:rPr lang="en-US" sz="2000" b="1" dirty="0"/>
              <a:t> </a:t>
            </a:r>
            <a:r>
              <a:rPr lang="en-US" sz="2000" b="1" dirty="0" err="1"/>
              <a:t>trọng</a:t>
            </a:r>
            <a:r>
              <a:rPr lang="vi-VN" sz="2000" b="1" dirty="0"/>
              <a:t> :</a:t>
            </a:r>
          </a:p>
        </p:txBody>
      </p:sp>
    </p:spTree>
    <p:extLst>
      <p:ext uri="{BB962C8B-B14F-4D97-AF65-F5344CB8AC3E}">
        <p14:creationId xmlns:p14="http://schemas.microsoft.com/office/powerpoint/2010/main" val="286162748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7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2666663-15F7-389A-9A82-08BC8D2737E6}"/>
              </a:ext>
            </a:extLst>
          </p:cNvPr>
          <p:cNvSpPr>
            <a:spLocks noGrp="1"/>
          </p:cNvSpPr>
          <p:nvPr>
            <p:ph type="ctrTitle"/>
          </p:nvPr>
        </p:nvSpPr>
        <p:spPr/>
        <p:txBody>
          <a:bodyPr/>
          <a:lstStyle/>
          <a:p>
            <a:r>
              <a:rPr lang="vi-VN" dirty="0"/>
              <a:t>Lịch sử phát triển</a:t>
            </a:r>
            <a:endParaRPr lang="en-US" dirty="0"/>
          </a:p>
        </p:txBody>
      </p:sp>
    </p:spTree>
    <p:extLst>
      <p:ext uri="{BB962C8B-B14F-4D97-AF65-F5344CB8AC3E}">
        <p14:creationId xmlns:p14="http://schemas.microsoft.com/office/powerpoint/2010/main" val="328612914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7C92DC9-95C6-3F7E-358C-74EA3AFBDE35}"/>
              </a:ext>
            </a:extLst>
          </p:cNvPr>
          <p:cNvSpPr>
            <a:spLocks noGrp="1"/>
          </p:cNvSpPr>
          <p:nvPr>
            <p:ph type="subTitle" idx="1"/>
          </p:nvPr>
        </p:nvSpPr>
        <p:spPr>
          <a:xfrm>
            <a:off x="5109929" y="127569"/>
            <a:ext cx="6837966" cy="2014740"/>
          </a:xfrm>
        </p:spPr>
        <p:txBody>
          <a:bodyPr/>
          <a:lstStyle/>
          <a:p>
            <a:pPr marL="342900" indent="-342900">
              <a:buFont typeface="Arial" panose="020B0604020202020204" pitchFamily="34" charset="0"/>
              <a:buChar char="•"/>
            </a:pPr>
            <a:r>
              <a:rPr lang="en-US" sz="1800" dirty="0" err="1"/>
              <a:t>Nếu</a:t>
            </a:r>
            <a:r>
              <a:rPr lang="en-US" sz="1800" dirty="0"/>
              <a:t> </a:t>
            </a:r>
            <a:r>
              <a:rPr lang="en-US" sz="1800" dirty="0" err="1"/>
              <a:t>phải</a:t>
            </a:r>
            <a:r>
              <a:rPr lang="en-US" sz="1800" dirty="0"/>
              <a:t> </a:t>
            </a:r>
            <a:r>
              <a:rPr lang="en-US" sz="1800" dirty="0" err="1"/>
              <a:t>kể</a:t>
            </a:r>
            <a:r>
              <a:rPr lang="en-US" sz="1800" dirty="0"/>
              <a:t> </a:t>
            </a:r>
            <a:r>
              <a:rPr lang="en-US" sz="1800" dirty="0" err="1"/>
              <a:t>về</a:t>
            </a:r>
            <a:r>
              <a:rPr lang="en-US" sz="1800" dirty="0"/>
              <a:t> </a:t>
            </a:r>
            <a:r>
              <a:rPr lang="en-US" sz="1800" dirty="0" err="1"/>
              <a:t>cú</a:t>
            </a:r>
            <a:r>
              <a:rPr lang="en-US" sz="1800" dirty="0"/>
              <a:t> </a:t>
            </a:r>
            <a:r>
              <a:rPr lang="en-US" sz="1800" dirty="0" err="1"/>
              <a:t>nổ</a:t>
            </a:r>
            <a:r>
              <a:rPr lang="en-US" sz="1800" dirty="0"/>
              <a:t> </a:t>
            </a:r>
            <a:r>
              <a:rPr lang="en-US" sz="1800" dirty="0" err="1"/>
              <a:t>lớn</a:t>
            </a:r>
            <a:r>
              <a:rPr lang="en-US" sz="1800" dirty="0"/>
              <a:t> </a:t>
            </a:r>
            <a:r>
              <a:rPr lang="en-US" sz="1800" dirty="0" err="1"/>
              <a:t>nhất</a:t>
            </a:r>
            <a:r>
              <a:rPr lang="en-US" sz="1800" dirty="0"/>
              <a:t> </a:t>
            </a:r>
            <a:r>
              <a:rPr lang="en-US" sz="1800" dirty="0" err="1"/>
              <a:t>trong</a:t>
            </a:r>
            <a:r>
              <a:rPr lang="en-US" sz="1800" dirty="0"/>
              <a:t> </a:t>
            </a:r>
            <a:r>
              <a:rPr lang="en-US" sz="1800" dirty="0" err="1"/>
              <a:t>thế</a:t>
            </a:r>
            <a:r>
              <a:rPr lang="en-US" sz="1800" dirty="0"/>
              <a:t> </a:t>
            </a:r>
            <a:r>
              <a:rPr lang="en-US" sz="1800" dirty="0" err="1"/>
              <a:t>giới</a:t>
            </a:r>
            <a:r>
              <a:rPr lang="en-US" sz="1800" dirty="0"/>
              <a:t> </a:t>
            </a:r>
            <a:r>
              <a:rPr lang="en-US" sz="1800" dirty="0" err="1"/>
              <a:t>công</a:t>
            </a:r>
            <a:r>
              <a:rPr lang="en-US" sz="1800" dirty="0"/>
              <a:t> </a:t>
            </a:r>
            <a:r>
              <a:rPr lang="en-US" sz="1800" dirty="0" err="1"/>
              <a:t>nghệ</a:t>
            </a:r>
            <a:r>
              <a:rPr lang="en-US" sz="1800" dirty="0"/>
              <a:t> </a:t>
            </a:r>
            <a:r>
              <a:rPr lang="en-US" sz="1800" dirty="0" err="1"/>
              <a:t>vài</a:t>
            </a:r>
            <a:r>
              <a:rPr lang="en-US" sz="1800" dirty="0"/>
              <a:t> </a:t>
            </a:r>
            <a:r>
              <a:rPr lang="en-US" sz="1800" dirty="0" err="1"/>
              <a:t>năm</a:t>
            </a:r>
            <a:r>
              <a:rPr lang="en-US" sz="1800" dirty="0"/>
              <a:t> </a:t>
            </a:r>
            <a:r>
              <a:rPr lang="en-US" sz="1800" dirty="0" err="1"/>
              <a:t>trở</a:t>
            </a:r>
            <a:r>
              <a:rPr lang="en-US" sz="1800" dirty="0"/>
              <a:t> </a:t>
            </a:r>
            <a:r>
              <a:rPr lang="en-US" sz="1800" dirty="0" err="1"/>
              <a:t>lại</a:t>
            </a:r>
            <a:r>
              <a:rPr lang="en-US" sz="1800" dirty="0"/>
              <a:t> </a:t>
            </a:r>
            <a:r>
              <a:rPr lang="en-US" sz="1800" dirty="0" err="1"/>
              <a:t>đây</a:t>
            </a:r>
            <a:r>
              <a:rPr lang="en-US" sz="1800" dirty="0"/>
              <a:t>, </a:t>
            </a:r>
            <a:r>
              <a:rPr lang="en-US" sz="1800" dirty="0" err="1"/>
              <a:t>tôi</a:t>
            </a:r>
            <a:r>
              <a:rPr lang="en-US" sz="1800" dirty="0"/>
              <a:t> </a:t>
            </a:r>
            <a:r>
              <a:rPr lang="en-US" sz="1800" dirty="0" err="1"/>
              <a:t>nghĩ</a:t>
            </a:r>
            <a:r>
              <a:rPr lang="en-US" sz="1800" dirty="0"/>
              <a:t> </a:t>
            </a:r>
            <a:r>
              <a:rPr lang="en-US" sz="1800" dirty="0" err="1"/>
              <a:t>nhiều</a:t>
            </a:r>
            <a:r>
              <a:rPr lang="en-US" sz="1800" dirty="0"/>
              <a:t> </a:t>
            </a:r>
            <a:r>
              <a:rPr lang="en-US" sz="1800" dirty="0" err="1"/>
              <a:t>người</a:t>
            </a:r>
            <a:r>
              <a:rPr lang="en-US" sz="1800" dirty="0"/>
              <a:t> </a:t>
            </a:r>
            <a:r>
              <a:rPr lang="en-US" sz="1800" dirty="0" err="1"/>
              <a:t>sẽ</a:t>
            </a:r>
            <a:r>
              <a:rPr lang="en-US" sz="1800" dirty="0"/>
              <a:t> </a:t>
            </a:r>
            <a:r>
              <a:rPr lang="en-US" sz="1800" dirty="0" err="1"/>
              <a:t>nhớ</a:t>
            </a:r>
            <a:r>
              <a:rPr lang="en-US" sz="1800" dirty="0"/>
              <a:t> </a:t>
            </a:r>
            <a:r>
              <a:rPr lang="en-US" sz="1800" dirty="0" err="1"/>
              <a:t>ngay</a:t>
            </a:r>
            <a:r>
              <a:rPr lang="en-US" sz="1800" dirty="0"/>
              <a:t> </a:t>
            </a:r>
            <a:r>
              <a:rPr lang="en-US" sz="1800" dirty="0" err="1"/>
              <a:t>đến</a:t>
            </a:r>
            <a:r>
              <a:rPr lang="en-US" sz="1800" dirty="0"/>
              <a:t> </a:t>
            </a:r>
            <a:r>
              <a:rPr lang="en-US" sz="1800" dirty="0" err="1"/>
              <a:t>cái</a:t>
            </a:r>
            <a:r>
              <a:rPr lang="en-US" sz="1800" dirty="0"/>
              <a:t> </a:t>
            </a:r>
            <a:r>
              <a:rPr lang="en-US" sz="1800" dirty="0" err="1"/>
              <a:t>tên</a:t>
            </a:r>
            <a:r>
              <a:rPr lang="en-US" sz="1800" dirty="0"/>
              <a:t> </a:t>
            </a:r>
            <a:r>
              <a:rPr lang="en-US" sz="1800" b="1" dirty="0"/>
              <a:t>ChatGPT</a:t>
            </a:r>
            <a:r>
              <a:rPr lang="en-US" sz="1800" dirty="0"/>
              <a:t>. </a:t>
            </a:r>
            <a:r>
              <a:rPr lang="en-US" sz="1800" dirty="0" err="1"/>
              <a:t>Ngày</a:t>
            </a:r>
            <a:r>
              <a:rPr lang="en-US" sz="1800" dirty="0"/>
              <a:t> 30/11/2022, OpenAI tung </a:t>
            </a:r>
            <a:r>
              <a:rPr lang="en-US" sz="1800" dirty="0" err="1"/>
              <a:t>ra</a:t>
            </a:r>
            <a:r>
              <a:rPr lang="en-US" sz="1800" dirty="0"/>
              <a:t> </a:t>
            </a:r>
            <a:r>
              <a:rPr lang="en-US" sz="1800" dirty="0" err="1"/>
              <a:t>phiên</a:t>
            </a:r>
            <a:r>
              <a:rPr lang="en-US" sz="1800" dirty="0"/>
              <a:t> </a:t>
            </a:r>
            <a:r>
              <a:rPr lang="en-US" sz="1800" dirty="0" err="1"/>
              <a:t>bản</a:t>
            </a:r>
            <a:r>
              <a:rPr lang="en-US" sz="1800" dirty="0"/>
              <a:t> </a:t>
            </a:r>
            <a:r>
              <a:rPr lang="en-US" sz="1800" dirty="0" err="1"/>
              <a:t>đầu</a:t>
            </a:r>
            <a:r>
              <a:rPr lang="en-US" sz="1800" dirty="0"/>
              <a:t> </a:t>
            </a:r>
            <a:r>
              <a:rPr lang="en-US" sz="1800" dirty="0" err="1"/>
              <a:t>tiên</a:t>
            </a:r>
            <a:r>
              <a:rPr lang="en-US" sz="1800" dirty="0"/>
              <a:t> </a:t>
            </a:r>
            <a:r>
              <a:rPr lang="en-US" sz="1800" dirty="0" err="1"/>
              <a:t>dựa</a:t>
            </a:r>
            <a:r>
              <a:rPr lang="en-US" sz="1800" dirty="0"/>
              <a:t> </a:t>
            </a:r>
            <a:r>
              <a:rPr lang="en-US" sz="1800" dirty="0" err="1"/>
              <a:t>trên</a:t>
            </a:r>
            <a:r>
              <a:rPr lang="en-US" sz="1800" dirty="0"/>
              <a:t> GPT-3.5. </a:t>
            </a:r>
            <a:r>
              <a:rPr lang="en-US" sz="1800" dirty="0" err="1"/>
              <a:t>Chỉ</a:t>
            </a:r>
            <a:r>
              <a:rPr lang="en-US" sz="1800" dirty="0"/>
              <a:t> </a:t>
            </a:r>
            <a:r>
              <a:rPr lang="en-US" sz="1800" dirty="0" err="1"/>
              <a:t>hai</a:t>
            </a:r>
            <a:r>
              <a:rPr lang="en-US" sz="1800" dirty="0"/>
              <a:t> </a:t>
            </a:r>
            <a:r>
              <a:rPr lang="en-US" sz="1800" dirty="0" err="1"/>
              <a:t>tháng</a:t>
            </a:r>
            <a:r>
              <a:rPr lang="en-US" sz="1800" dirty="0"/>
              <a:t> </a:t>
            </a:r>
            <a:r>
              <a:rPr lang="vi-VN" sz="1800" dirty="0"/>
              <a:t>sau, </a:t>
            </a:r>
            <a:r>
              <a:rPr lang="en-US" sz="1800" dirty="0" err="1"/>
              <a:t>bùng</a:t>
            </a:r>
            <a:r>
              <a:rPr lang="en-US" sz="1800" dirty="0"/>
              <a:t> </a:t>
            </a:r>
            <a:r>
              <a:rPr lang="en-US" sz="1800" dirty="0" err="1"/>
              <a:t>nổ</a:t>
            </a:r>
            <a:r>
              <a:rPr lang="vi-VN" sz="1800" dirty="0"/>
              <a:t> với </a:t>
            </a:r>
            <a:r>
              <a:rPr lang="en-US" sz="1800" dirty="0"/>
              <a:t>100 </a:t>
            </a:r>
            <a:r>
              <a:rPr lang="en-US" sz="1800" dirty="0" err="1"/>
              <a:t>triệu</a:t>
            </a:r>
            <a:r>
              <a:rPr lang="en-US" sz="1800" dirty="0"/>
              <a:t> </a:t>
            </a:r>
            <a:r>
              <a:rPr lang="en-US" sz="1800" dirty="0" err="1"/>
              <a:t>người</a:t>
            </a:r>
            <a:r>
              <a:rPr lang="en-US" sz="1800" dirty="0"/>
              <a:t> </a:t>
            </a:r>
            <a:r>
              <a:rPr lang="en-US" sz="1800" dirty="0" err="1"/>
              <a:t>dùng</a:t>
            </a:r>
            <a:r>
              <a:rPr lang="en-US" sz="1800" dirty="0"/>
              <a:t>. </a:t>
            </a:r>
            <a:r>
              <a:rPr lang="en-US" sz="1800" dirty="0" err="1"/>
              <a:t>Không</a:t>
            </a:r>
            <a:r>
              <a:rPr lang="en-US" sz="1800" dirty="0"/>
              <a:t> </a:t>
            </a:r>
            <a:r>
              <a:rPr lang="en-US" sz="1800" dirty="0" err="1"/>
              <a:t>ngoa</a:t>
            </a:r>
            <a:r>
              <a:rPr lang="en-US" sz="1800" dirty="0"/>
              <a:t> </a:t>
            </a:r>
            <a:r>
              <a:rPr lang="en-US" sz="1800" dirty="0" err="1"/>
              <a:t>khi</a:t>
            </a:r>
            <a:r>
              <a:rPr lang="en-US" sz="1800" dirty="0"/>
              <a:t> </a:t>
            </a:r>
            <a:r>
              <a:rPr lang="en-US" sz="1800" dirty="0" err="1"/>
              <a:t>nói</a:t>
            </a:r>
            <a:r>
              <a:rPr lang="en-US" sz="1800" dirty="0"/>
              <a:t> </a:t>
            </a:r>
            <a:r>
              <a:rPr lang="en-US" sz="1800" dirty="0" err="1"/>
              <a:t>đây</a:t>
            </a:r>
            <a:r>
              <a:rPr lang="en-US" sz="1800" dirty="0"/>
              <a:t> </a:t>
            </a:r>
            <a:r>
              <a:rPr lang="en-US" sz="1800" dirty="0" err="1"/>
              <a:t>chính</a:t>
            </a:r>
            <a:r>
              <a:rPr lang="en-US" sz="1800" dirty="0"/>
              <a:t> </a:t>
            </a:r>
            <a:r>
              <a:rPr lang="en-US" sz="1800" dirty="0" err="1"/>
              <a:t>là</a:t>
            </a:r>
            <a:r>
              <a:rPr lang="en-US" sz="1800" dirty="0"/>
              <a:t> “</a:t>
            </a:r>
            <a:r>
              <a:rPr lang="en-US" sz="1800" dirty="0" err="1"/>
              <a:t>phát</a:t>
            </a:r>
            <a:r>
              <a:rPr lang="en-US" sz="1800" dirty="0"/>
              <a:t> </a:t>
            </a:r>
            <a:r>
              <a:rPr lang="en-US" sz="1800" dirty="0" err="1"/>
              <a:t>súng</a:t>
            </a:r>
            <a:r>
              <a:rPr lang="en-US" sz="1800" dirty="0"/>
              <a:t> </a:t>
            </a:r>
            <a:r>
              <a:rPr lang="en-US" sz="1800" dirty="0" err="1"/>
              <a:t>mở</a:t>
            </a:r>
            <a:r>
              <a:rPr lang="en-US" sz="1800" dirty="0"/>
              <a:t> </a:t>
            </a:r>
            <a:r>
              <a:rPr lang="en-US" sz="1800" dirty="0" err="1"/>
              <a:t>màn</a:t>
            </a:r>
            <a:r>
              <a:rPr lang="en-US" sz="1800" dirty="0"/>
              <a:t>” </a:t>
            </a:r>
            <a:r>
              <a:rPr lang="en-US" sz="1800" dirty="0" err="1"/>
              <a:t>cho</a:t>
            </a:r>
            <a:r>
              <a:rPr lang="en-US" sz="1800" dirty="0"/>
              <a:t> </a:t>
            </a:r>
            <a:r>
              <a:rPr lang="en-US" sz="1800" dirty="0" err="1"/>
              <a:t>cuộc</a:t>
            </a:r>
            <a:r>
              <a:rPr lang="en-US" sz="1800" dirty="0"/>
              <a:t> </a:t>
            </a:r>
            <a:r>
              <a:rPr lang="en-US" sz="1800" dirty="0" err="1"/>
              <a:t>đua</a:t>
            </a:r>
            <a:r>
              <a:rPr lang="en-US" sz="1800" dirty="0"/>
              <a:t> AI </a:t>
            </a:r>
            <a:r>
              <a:rPr lang="en-US" sz="1800" dirty="0" err="1"/>
              <a:t>ngày</a:t>
            </a:r>
            <a:r>
              <a:rPr lang="en-US" sz="1800" dirty="0"/>
              <a:t> </a:t>
            </a:r>
            <a:r>
              <a:rPr lang="vi-VN" sz="1800" dirty="0"/>
              <a:t>nay.</a:t>
            </a:r>
          </a:p>
        </p:txBody>
      </p:sp>
      <p:pic>
        <p:nvPicPr>
          <p:cNvPr id="26" name="Chỗ dành sẵn cho Hình ảnh 25">
            <a:extLst>
              <a:ext uri="{FF2B5EF4-FFF2-40B4-BE49-F238E27FC236}">
                <a16:creationId xmlns:a16="http://schemas.microsoft.com/office/drawing/2014/main" id="{07077AEB-4217-A17F-81A4-A39C78B3FDD3}"/>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8750" r="18750"/>
          <a:stretch>
            <a:fillRect/>
          </a:stretch>
        </p:blipFill>
        <p:spPr/>
      </p:pic>
      <p:sp>
        <p:nvSpPr>
          <p:cNvPr id="32" name="Subtitle 2">
            <a:extLst>
              <a:ext uri="{FF2B5EF4-FFF2-40B4-BE49-F238E27FC236}">
                <a16:creationId xmlns:a16="http://schemas.microsoft.com/office/drawing/2014/main" id="{68C49EF6-361A-28E6-5056-BCCEFC316F4C}"/>
              </a:ext>
            </a:extLst>
          </p:cNvPr>
          <p:cNvSpPr txBox="1">
            <a:spLocks/>
          </p:cNvSpPr>
          <p:nvPr/>
        </p:nvSpPr>
        <p:spPr>
          <a:xfrm>
            <a:off x="5109929" y="2142309"/>
            <a:ext cx="6837966" cy="2014740"/>
          </a:xfrm>
          <a:prstGeom prst="rect">
            <a:avLst/>
          </a:prstGeom>
        </p:spPr>
        <p:txBody>
          <a:bodyPr vert="horz" lIns="91440" tIns="45720" rIns="91440" bIns="45720" rtlCol="0" anchor="t" anchorCtr="0">
            <a:noAutofit/>
          </a:bodyPr>
          <a:lstStyle>
            <a:lvl1pPr marL="0" indent="0" algn="just" defTabSz="914400" rtl="0" eaLnBrk="1" latinLnBrk="0" hangingPunct="1">
              <a:lnSpc>
                <a:spcPct val="100000"/>
              </a:lnSpc>
              <a:spcBef>
                <a:spcPts val="1000"/>
              </a:spcBef>
              <a:buFont typeface="Arial" panose="020B0604020202020204" pitchFamily="34" charset="0"/>
              <a:buNone/>
              <a:defRPr sz="2000" b="0" i="0" kern="1200" baseline="0">
                <a:solidFill>
                  <a:schemeClr val="tx1">
                    <a:lumMod val="65000"/>
                    <a:lumOff val="35000"/>
                  </a:schemeClr>
                </a:solidFill>
                <a:latin typeface="Readex Pro" pitchFamily="2" charset="-78"/>
                <a:ea typeface="+mn-ea"/>
                <a:cs typeface="Readex Pro" pitchFamily="2" charset="-78"/>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vi-VN" sz="1800" dirty="0"/>
              <a:t>Cùng lúc đó, Microsoft </a:t>
            </a:r>
            <a:r>
              <a:rPr lang="vi-VN" sz="1800" dirty="0" err="1"/>
              <a:t>Copilot</a:t>
            </a:r>
            <a:r>
              <a:rPr lang="vi-VN" sz="1800" dirty="0"/>
              <a:t> (trước đây là Bing </a:t>
            </a:r>
            <a:r>
              <a:rPr lang="vi-VN" sz="1800" dirty="0" err="1"/>
              <a:t>Chat</a:t>
            </a:r>
            <a:r>
              <a:rPr lang="vi-VN" sz="1800" dirty="0"/>
              <a:t>) xuất hiện vào tháng 2/2023. Nhờ đầu tư mạnh tay vào </a:t>
            </a:r>
            <a:r>
              <a:rPr lang="vi-VN" sz="1800" dirty="0" err="1"/>
              <a:t>OpenAI</a:t>
            </a:r>
            <a:r>
              <a:rPr lang="vi-VN" sz="1800" dirty="0"/>
              <a:t>, Microsoft chớp thời cơ nhúng sức mạnh GPT-4 vào Bing và trình duyệt </a:t>
            </a:r>
            <a:r>
              <a:rPr lang="vi-VN" sz="1800" dirty="0" err="1"/>
              <a:t>Edge</a:t>
            </a:r>
            <a:r>
              <a:rPr lang="vi-VN" sz="1800" dirty="0"/>
              <a:t>. Một bước đi không chỉ mang tính kỹ thuật—mà còn là tham vọng thay đổi thói quen tìm kiếm của hàng triệu người.</a:t>
            </a:r>
          </a:p>
        </p:txBody>
      </p:sp>
      <p:sp>
        <p:nvSpPr>
          <p:cNvPr id="33" name="Subtitle 2">
            <a:extLst>
              <a:ext uri="{FF2B5EF4-FFF2-40B4-BE49-F238E27FC236}">
                <a16:creationId xmlns:a16="http://schemas.microsoft.com/office/drawing/2014/main" id="{30C5992C-9D6A-FFEA-5C8B-05A0C78A9E28}"/>
              </a:ext>
            </a:extLst>
          </p:cNvPr>
          <p:cNvSpPr txBox="1">
            <a:spLocks/>
          </p:cNvSpPr>
          <p:nvPr/>
        </p:nvSpPr>
        <p:spPr>
          <a:xfrm>
            <a:off x="5109929" y="4048283"/>
            <a:ext cx="6837966" cy="2289060"/>
          </a:xfrm>
          <a:prstGeom prst="rect">
            <a:avLst/>
          </a:prstGeom>
        </p:spPr>
        <p:txBody>
          <a:bodyPr vert="horz" lIns="91440" tIns="45720" rIns="91440" bIns="45720" rtlCol="0" anchor="t" anchorCtr="0">
            <a:noAutofit/>
          </a:bodyPr>
          <a:lstStyle>
            <a:lvl1pPr marL="0" indent="0" algn="just" defTabSz="914400" rtl="0" eaLnBrk="1" latinLnBrk="0" hangingPunct="1">
              <a:lnSpc>
                <a:spcPct val="100000"/>
              </a:lnSpc>
              <a:spcBef>
                <a:spcPts val="1000"/>
              </a:spcBef>
              <a:buFont typeface="Arial" panose="020B0604020202020204" pitchFamily="34" charset="0"/>
              <a:buNone/>
              <a:defRPr sz="2000" b="0" i="0" kern="1200" baseline="0">
                <a:solidFill>
                  <a:schemeClr val="tx1">
                    <a:lumMod val="65000"/>
                    <a:lumOff val="35000"/>
                  </a:schemeClr>
                </a:solidFill>
                <a:latin typeface="Readex Pro" pitchFamily="2" charset="-78"/>
                <a:ea typeface="+mn-ea"/>
                <a:cs typeface="Readex Pro" pitchFamily="2" charset="-78"/>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Readex Pro" pitchFamily="2" charset="-78"/>
                <a:ea typeface="+mn-ea"/>
                <a:cs typeface="Readex Pro" pitchFamily="2" charset="-78"/>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Readex Pro" pitchFamily="2" charset="-78"/>
                <a:ea typeface="+mn-ea"/>
                <a:cs typeface="Readex Pro" pitchFamily="2" charset="-78"/>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Readex Pro" pitchFamily="2" charset="-78"/>
                <a:ea typeface="+mn-ea"/>
                <a:cs typeface="Readex Pro" pitchFamily="2" charset="-78"/>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Google </a:t>
            </a:r>
            <a:r>
              <a:rPr lang="en-US" dirty="0" err="1"/>
              <a:t>cũng</a:t>
            </a:r>
            <a:r>
              <a:rPr lang="en-US" dirty="0"/>
              <a:t> </a:t>
            </a:r>
            <a:r>
              <a:rPr lang="en-US" dirty="0" err="1"/>
              <a:t>không</a:t>
            </a:r>
            <a:r>
              <a:rPr lang="en-US" dirty="0"/>
              <a:t> </a:t>
            </a:r>
            <a:r>
              <a:rPr lang="en-US" dirty="0" err="1"/>
              <a:t>đứng</a:t>
            </a:r>
            <a:r>
              <a:rPr lang="en-US" dirty="0"/>
              <a:t> </a:t>
            </a:r>
            <a:r>
              <a:rPr lang="en-US" dirty="0" err="1"/>
              <a:t>ngoài</a:t>
            </a:r>
            <a:r>
              <a:rPr lang="en-US" dirty="0"/>
              <a:t> </a:t>
            </a:r>
            <a:r>
              <a:rPr lang="en-US" dirty="0" err="1"/>
              <a:t>cuộc</a:t>
            </a:r>
            <a:r>
              <a:rPr lang="en-US" dirty="0"/>
              <a:t>. </a:t>
            </a:r>
            <a:r>
              <a:rPr lang="en-US" dirty="0" err="1"/>
              <a:t>Tháng</a:t>
            </a:r>
            <a:r>
              <a:rPr lang="en-US" dirty="0"/>
              <a:t> 3/2023, </a:t>
            </a:r>
            <a:r>
              <a:rPr lang="en-US" dirty="0" err="1"/>
              <a:t>họ</a:t>
            </a:r>
            <a:r>
              <a:rPr lang="en-US" dirty="0"/>
              <a:t> tung </a:t>
            </a:r>
            <a:r>
              <a:rPr lang="en-US" dirty="0" err="1"/>
              <a:t>ra</a:t>
            </a:r>
            <a:r>
              <a:rPr lang="en-US" dirty="0"/>
              <a:t> Google Bard, “</a:t>
            </a:r>
            <a:r>
              <a:rPr lang="en-US" dirty="0" err="1"/>
              <a:t>đối</a:t>
            </a:r>
            <a:r>
              <a:rPr lang="en-US" dirty="0"/>
              <a:t> </a:t>
            </a:r>
            <a:r>
              <a:rPr lang="en-US" dirty="0" err="1"/>
              <a:t>thủ</a:t>
            </a:r>
            <a:r>
              <a:rPr lang="en-US" dirty="0"/>
              <a:t> </a:t>
            </a:r>
            <a:r>
              <a:rPr lang="en-US" dirty="0" err="1"/>
              <a:t>trực</a:t>
            </a:r>
            <a:r>
              <a:rPr lang="en-US" dirty="0"/>
              <a:t> </a:t>
            </a:r>
            <a:r>
              <a:rPr lang="en-US" dirty="0" err="1"/>
              <a:t>diện</a:t>
            </a:r>
            <a:r>
              <a:rPr lang="en-US" dirty="0"/>
              <a:t>” </a:t>
            </a:r>
            <a:r>
              <a:rPr lang="en-US" dirty="0" err="1"/>
              <a:t>của</a:t>
            </a:r>
            <a:r>
              <a:rPr lang="en-US" dirty="0"/>
              <a:t> ChatGPT. </a:t>
            </a:r>
            <a:r>
              <a:rPr lang="en-US" dirty="0" err="1"/>
              <a:t>Nhưng</a:t>
            </a:r>
            <a:r>
              <a:rPr lang="en-US" dirty="0"/>
              <a:t> </a:t>
            </a:r>
            <a:r>
              <a:rPr lang="en-US" dirty="0" err="1"/>
              <a:t>rồi</a:t>
            </a:r>
            <a:r>
              <a:rPr lang="en-US" dirty="0"/>
              <a:t> </a:t>
            </a:r>
            <a:r>
              <a:rPr lang="en-US" dirty="0" err="1"/>
              <a:t>họ</a:t>
            </a:r>
            <a:r>
              <a:rPr lang="en-US" dirty="0"/>
              <a:t> </a:t>
            </a:r>
            <a:r>
              <a:rPr lang="en-US" dirty="0" err="1"/>
              <a:t>nhận</a:t>
            </a:r>
            <a:r>
              <a:rPr lang="en-US" dirty="0"/>
              <a:t> </a:t>
            </a:r>
            <a:r>
              <a:rPr lang="en-US" dirty="0" err="1"/>
              <a:t>ra</a:t>
            </a:r>
            <a:r>
              <a:rPr lang="en-US" dirty="0"/>
              <a:t> </a:t>
            </a:r>
            <a:r>
              <a:rPr lang="en-US" dirty="0" err="1"/>
              <a:t>cái</a:t>
            </a:r>
            <a:r>
              <a:rPr lang="en-US" dirty="0"/>
              <a:t> </a:t>
            </a:r>
            <a:r>
              <a:rPr lang="en-US" dirty="0" err="1"/>
              <a:t>tên</a:t>
            </a:r>
            <a:r>
              <a:rPr lang="en-US" dirty="0"/>
              <a:t> </a:t>
            </a:r>
            <a:r>
              <a:rPr lang="en-US" dirty="0" err="1"/>
              <a:t>đó</a:t>
            </a:r>
            <a:r>
              <a:rPr lang="en-US" dirty="0"/>
              <a:t> </a:t>
            </a:r>
            <a:r>
              <a:rPr lang="en-US" dirty="0" err="1"/>
              <a:t>chưa</a:t>
            </a:r>
            <a:r>
              <a:rPr lang="en-US" dirty="0"/>
              <a:t> </a:t>
            </a:r>
            <a:r>
              <a:rPr lang="en-US" dirty="0" err="1"/>
              <a:t>đủ</a:t>
            </a:r>
            <a:r>
              <a:rPr lang="en-US" dirty="0"/>
              <a:t> “</a:t>
            </a:r>
            <a:r>
              <a:rPr lang="en-US" dirty="0" err="1"/>
              <a:t>đậm</a:t>
            </a:r>
            <a:r>
              <a:rPr lang="en-US" dirty="0"/>
              <a:t> </a:t>
            </a:r>
            <a:r>
              <a:rPr lang="en-US" dirty="0" err="1"/>
              <a:t>chất</a:t>
            </a:r>
            <a:r>
              <a:rPr lang="en-US" dirty="0"/>
              <a:t> Google”, </a:t>
            </a:r>
            <a:r>
              <a:rPr lang="en-US" dirty="0" err="1"/>
              <a:t>thế</a:t>
            </a:r>
            <a:r>
              <a:rPr lang="en-US" dirty="0"/>
              <a:t> </a:t>
            </a:r>
            <a:r>
              <a:rPr lang="en-US" dirty="0" err="1"/>
              <a:t>là</a:t>
            </a:r>
            <a:r>
              <a:rPr lang="en-US" dirty="0"/>
              <a:t> </a:t>
            </a:r>
            <a:r>
              <a:rPr lang="en-US" dirty="0" err="1"/>
              <a:t>cuối</a:t>
            </a:r>
            <a:r>
              <a:rPr lang="en-US" dirty="0"/>
              <a:t> 2023 – </a:t>
            </a:r>
            <a:r>
              <a:rPr lang="en-US" dirty="0" err="1"/>
              <a:t>đầu</a:t>
            </a:r>
            <a:r>
              <a:rPr lang="en-US" dirty="0"/>
              <a:t> 2024, Bard “</a:t>
            </a:r>
            <a:r>
              <a:rPr lang="en-US" dirty="0" err="1"/>
              <a:t>lột</a:t>
            </a:r>
            <a:r>
              <a:rPr lang="en-US" dirty="0"/>
              <a:t> </a:t>
            </a:r>
            <a:r>
              <a:rPr lang="en-US" dirty="0" err="1"/>
              <a:t>xác</a:t>
            </a:r>
            <a:r>
              <a:rPr lang="en-US" dirty="0"/>
              <a:t>” </a:t>
            </a:r>
            <a:r>
              <a:rPr lang="en-US" dirty="0" err="1"/>
              <a:t>thành</a:t>
            </a:r>
            <a:r>
              <a:rPr lang="en-US" dirty="0"/>
              <a:t> Gemini. </a:t>
            </a:r>
            <a:r>
              <a:rPr lang="en-US" dirty="0" err="1"/>
              <a:t>Và</a:t>
            </a:r>
            <a:r>
              <a:rPr lang="en-US" dirty="0"/>
              <a:t> </a:t>
            </a:r>
            <a:r>
              <a:rPr lang="en-US" dirty="0" err="1"/>
              <a:t>quan</a:t>
            </a:r>
            <a:r>
              <a:rPr lang="en-US" dirty="0"/>
              <a:t> </a:t>
            </a:r>
            <a:r>
              <a:rPr lang="en-US" dirty="0" err="1"/>
              <a:t>trọng</a:t>
            </a:r>
            <a:r>
              <a:rPr lang="en-US" dirty="0"/>
              <a:t> </a:t>
            </a:r>
            <a:r>
              <a:rPr lang="en-US" dirty="0" err="1"/>
              <a:t>nhất</a:t>
            </a:r>
            <a:r>
              <a:rPr lang="en-US" dirty="0"/>
              <a:t>: </a:t>
            </a:r>
            <a:r>
              <a:rPr lang="en-US" dirty="0" err="1"/>
              <a:t>hòa</a:t>
            </a:r>
            <a:r>
              <a:rPr lang="en-US" dirty="0"/>
              <a:t> </a:t>
            </a:r>
            <a:r>
              <a:rPr lang="en-US" dirty="0" err="1"/>
              <a:t>vào</a:t>
            </a:r>
            <a:r>
              <a:rPr lang="en-US" dirty="0"/>
              <a:t> </a:t>
            </a:r>
            <a:r>
              <a:rPr lang="en-US" dirty="0" err="1"/>
              <a:t>hệ</a:t>
            </a:r>
            <a:r>
              <a:rPr lang="en-US" dirty="0"/>
              <a:t> </a:t>
            </a:r>
            <a:r>
              <a:rPr lang="en-US" dirty="0" err="1"/>
              <a:t>sinh</a:t>
            </a:r>
            <a:r>
              <a:rPr lang="en-US" dirty="0"/>
              <a:t> </a:t>
            </a:r>
            <a:r>
              <a:rPr lang="en-US" dirty="0" err="1"/>
              <a:t>thái</a:t>
            </a:r>
            <a:r>
              <a:rPr lang="en-US" dirty="0"/>
              <a:t> Google </a:t>
            </a:r>
            <a:r>
              <a:rPr lang="en-US" dirty="0" err="1"/>
              <a:t>như</a:t>
            </a:r>
            <a:r>
              <a:rPr lang="en-US" dirty="0"/>
              <a:t> </a:t>
            </a:r>
            <a:r>
              <a:rPr lang="en-US" dirty="0" err="1"/>
              <a:t>thể</a:t>
            </a:r>
            <a:r>
              <a:rPr lang="en-US" dirty="0"/>
              <a:t> </a:t>
            </a:r>
            <a:r>
              <a:rPr lang="en-US" dirty="0" err="1"/>
              <a:t>đã</a:t>
            </a:r>
            <a:r>
              <a:rPr lang="en-US" dirty="0"/>
              <a:t> ở </a:t>
            </a:r>
            <a:r>
              <a:rPr lang="en-US" dirty="0" err="1"/>
              <a:t>đó</a:t>
            </a:r>
            <a:r>
              <a:rPr lang="en-US" dirty="0"/>
              <a:t> </a:t>
            </a:r>
            <a:r>
              <a:rPr lang="en-US" dirty="0" err="1"/>
              <a:t>từ</a:t>
            </a:r>
            <a:r>
              <a:rPr lang="en-US" dirty="0"/>
              <a:t> </a:t>
            </a:r>
            <a:r>
              <a:rPr lang="en-US" dirty="0" err="1"/>
              <a:t>lâu</a:t>
            </a:r>
            <a:r>
              <a:rPr lang="en-US" dirty="0"/>
              <a:t> – Docs, Gmail, Drive…</a:t>
            </a:r>
            <a:endParaRPr lang="vi-VN" sz="1800" dirty="0"/>
          </a:p>
        </p:txBody>
      </p:sp>
      <p:pic>
        <p:nvPicPr>
          <p:cNvPr id="14" name="Chỗ dành sẵn cho Hình ảnh 13">
            <a:extLst>
              <a:ext uri="{FF2B5EF4-FFF2-40B4-BE49-F238E27FC236}">
                <a16:creationId xmlns:a16="http://schemas.microsoft.com/office/drawing/2014/main" id="{8036A34A-2BEE-029C-7029-BDD7558D0286}"/>
              </a:ext>
            </a:extLst>
          </p:cNvPr>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a:ln>
            <a:solidFill>
              <a:schemeClr val="tx1"/>
            </a:solidFill>
          </a:ln>
        </p:spPr>
      </p:pic>
      <p:pic>
        <p:nvPicPr>
          <p:cNvPr id="1028" name="Picture 4" descr="ChatGPT là gì? Các ứng dụng của Chat Open AI trong đời sống">
            <a:extLst>
              <a:ext uri="{FF2B5EF4-FFF2-40B4-BE49-F238E27FC236}">
                <a16:creationId xmlns:a16="http://schemas.microsoft.com/office/drawing/2014/main" id="{2F857710-D98E-AF8A-7DCF-AE2E4A41B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73" y="139219"/>
            <a:ext cx="2970501" cy="295220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54934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500"/>
                                        <p:tgtEl>
                                          <p:spTgt spid="10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par>
                                <p:cTn id="18" presetID="10" presetClass="entr" presetSubtype="0" fill="hold" nodeType="withEffect">
                                  <p:stCondLst>
                                    <p:cond delay="0"/>
                                  </p:stCondLst>
                                  <p:childTnLst>
                                    <p:set>
                                      <p:cBhvr>
                                        <p:cTn id="19" dur="1" fill="hold">
                                          <p:stCondLst>
                                            <p:cond delay="0"/>
                                          </p:stCondLst>
                                        </p:cTn>
                                        <p:tgtEl>
                                          <p:spTgt spid="32">
                                            <p:txEl>
                                              <p:pRg st="0" end="0"/>
                                            </p:txEl>
                                          </p:spTgt>
                                        </p:tgtEl>
                                        <p:attrNameLst>
                                          <p:attrName>style.visibility</p:attrName>
                                        </p:attrNameLst>
                                      </p:cBhvr>
                                      <p:to>
                                        <p:strVal val="visible"/>
                                      </p:to>
                                    </p:set>
                                    <p:animEffect transition="in" filter="fade">
                                      <p:cBhvr>
                                        <p:cTn id="20" dur="500"/>
                                        <p:tgtEl>
                                          <p:spTgt spid="3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33">
                                            <p:txEl>
                                              <p:pRg st="0" end="0"/>
                                            </p:txEl>
                                          </p:spTgt>
                                        </p:tgtEl>
                                        <p:attrNameLst>
                                          <p:attrName>style.visibility</p:attrName>
                                        </p:attrNameLst>
                                      </p:cBhvr>
                                      <p:to>
                                        <p:strVal val="visible"/>
                                      </p:to>
                                    </p:set>
                                    <p:animEffect transition="in" filter="fade">
                                      <p:cBhvr>
                                        <p:cTn id="28"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907F282-6F1C-B88F-1659-1EF747500BED}"/>
              </a:ext>
            </a:extLst>
          </p:cNvPr>
          <p:cNvSpPr>
            <a:spLocks noGrp="1"/>
          </p:cNvSpPr>
          <p:nvPr>
            <p:ph type="ctrTitle"/>
          </p:nvPr>
        </p:nvSpPr>
        <p:spPr>
          <a:xfrm>
            <a:off x="1443567" y="1773238"/>
            <a:ext cx="10522010" cy="1655762"/>
          </a:xfrm>
        </p:spPr>
        <p:txBody>
          <a:bodyPr/>
          <a:lstStyle/>
          <a:p>
            <a:r>
              <a:rPr lang="en-US" cap="all" dirty="0"/>
              <a:t>SO SÁNH TÍNH NĂNG, ƯU VÀ NHƯỢC ĐIỂM</a:t>
            </a:r>
            <a:endParaRPr lang="en-US" dirty="0"/>
          </a:p>
        </p:txBody>
      </p:sp>
    </p:spTree>
    <p:extLst>
      <p:ext uri="{BB962C8B-B14F-4D97-AF65-F5344CB8AC3E}">
        <p14:creationId xmlns:p14="http://schemas.microsoft.com/office/powerpoint/2010/main" val="28815178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3C5E7E2-3EA3-1C17-A7E0-9F1982C69F59}"/>
              </a:ext>
            </a:extLst>
          </p:cNvPr>
          <p:cNvSpPr>
            <a:spLocks noGrp="1"/>
          </p:cNvSpPr>
          <p:nvPr>
            <p:ph type="ctrTitle"/>
          </p:nvPr>
        </p:nvSpPr>
        <p:spPr>
          <a:xfrm>
            <a:off x="514350" y="1125114"/>
            <a:ext cx="4789170" cy="1655762"/>
          </a:xfrm>
        </p:spPr>
        <p:txBody>
          <a:bodyPr/>
          <a:lstStyle/>
          <a:p>
            <a:r>
              <a:rPr lang="vi-VN" dirty="0"/>
              <a:t>1. </a:t>
            </a:r>
            <a:r>
              <a:rPr lang="en-US" dirty="0"/>
              <a:t>ChatGPT (GPT-4o)</a:t>
            </a:r>
            <a:br>
              <a:rPr lang="en-US" i="1" dirty="0"/>
            </a:br>
            <a:endParaRPr lang="en-US" dirty="0"/>
          </a:p>
        </p:txBody>
      </p:sp>
      <p:sp>
        <p:nvSpPr>
          <p:cNvPr id="4" name="Chỗ dành sẵn cho Nội dung 3">
            <a:extLst>
              <a:ext uri="{FF2B5EF4-FFF2-40B4-BE49-F238E27FC236}">
                <a16:creationId xmlns:a16="http://schemas.microsoft.com/office/drawing/2014/main" id="{E2995484-6EEB-C74A-676E-EDD3A2DECC00}"/>
              </a:ext>
            </a:extLst>
          </p:cNvPr>
          <p:cNvSpPr>
            <a:spLocks noGrp="1"/>
          </p:cNvSpPr>
          <p:nvPr>
            <p:ph sz="quarter" idx="12"/>
          </p:nvPr>
        </p:nvSpPr>
        <p:spPr>
          <a:xfrm>
            <a:off x="5199017" y="1696374"/>
            <a:ext cx="6888480" cy="3760395"/>
          </a:xfrm>
        </p:spPr>
        <p:txBody>
          <a:bodyPr>
            <a:normAutofit fontScale="85000" lnSpcReduction="10000"/>
          </a:bodyPr>
          <a:lstStyle/>
          <a:p>
            <a:pPr marL="342900" indent="-342900">
              <a:lnSpc>
                <a:spcPct val="110000"/>
              </a:lnSpc>
              <a:buFont typeface="Arial" panose="020B0604020202020204" pitchFamily="34" charset="0"/>
              <a:buChar char="•"/>
            </a:pPr>
            <a:r>
              <a:rPr lang="en-US" dirty="0" err="1"/>
              <a:t>Tính</a:t>
            </a:r>
            <a:r>
              <a:rPr lang="en-US" dirty="0"/>
              <a:t> </a:t>
            </a:r>
            <a:r>
              <a:rPr lang="en-US" dirty="0" err="1"/>
              <a:t>năng</a:t>
            </a:r>
            <a:r>
              <a:rPr lang="en-US" dirty="0"/>
              <a:t>: </a:t>
            </a:r>
            <a:r>
              <a:rPr lang="en-US" dirty="0" err="1"/>
              <a:t>Từ</a:t>
            </a:r>
            <a:r>
              <a:rPr lang="en-US" dirty="0"/>
              <a:t> </a:t>
            </a:r>
            <a:r>
              <a:rPr lang="en-US" dirty="0" err="1"/>
              <a:t>trả</a:t>
            </a:r>
            <a:r>
              <a:rPr lang="en-US" dirty="0"/>
              <a:t> </a:t>
            </a:r>
            <a:r>
              <a:rPr lang="en-US" dirty="0" err="1"/>
              <a:t>lời</a:t>
            </a:r>
            <a:r>
              <a:rPr lang="en-US" dirty="0"/>
              <a:t> </a:t>
            </a:r>
            <a:r>
              <a:rPr lang="en-US" dirty="0" err="1"/>
              <a:t>câu</a:t>
            </a:r>
            <a:r>
              <a:rPr lang="en-US" dirty="0"/>
              <a:t> </a:t>
            </a:r>
            <a:r>
              <a:rPr lang="en-US" dirty="0" err="1"/>
              <a:t>hỏi</a:t>
            </a:r>
            <a:r>
              <a:rPr lang="en-US" dirty="0"/>
              <a:t>, </a:t>
            </a:r>
            <a:r>
              <a:rPr lang="en-US" dirty="0" err="1"/>
              <a:t>viết</a:t>
            </a:r>
            <a:r>
              <a:rPr lang="en-US" dirty="0"/>
              <a:t> code, </a:t>
            </a:r>
            <a:r>
              <a:rPr lang="en-US" dirty="0" err="1"/>
              <a:t>phân</a:t>
            </a:r>
            <a:r>
              <a:rPr lang="en-US" dirty="0"/>
              <a:t> </a:t>
            </a:r>
            <a:r>
              <a:rPr lang="en-US" dirty="0" err="1"/>
              <a:t>tích</a:t>
            </a:r>
            <a:r>
              <a:rPr lang="en-US" dirty="0"/>
              <a:t> </a:t>
            </a:r>
            <a:r>
              <a:rPr lang="en-US" dirty="0" err="1"/>
              <a:t>dữ</a:t>
            </a:r>
            <a:r>
              <a:rPr lang="en-US" dirty="0"/>
              <a:t> </a:t>
            </a:r>
            <a:r>
              <a:rPr lang="en-US" dirty="0" err="1"/>
              <a:t>liệu</a:t>
            </a:r>
            <a:r>
              <a:rPr lang="en-US" dirty="0"/>
              <a:t>, </a:t>
            </a:r>
            <a:r>
              <a:rPr lang="en-US" dirty="0" err="1"/>
              <a:t>cho</a:t>
            </a:r>
            <a:r>
              <a:rPr lang="en-US" dirty="0"/>
              <a:t> </a:t>
            </a:r>
            <a:r>
              <a:rPr lang="en-US" dirty="0" err="1"/>
              <a:t>tới</a:t>
            </a:r>
            <a:r>
              <a:rPr lang="en-US" dirty="0"/>
              <a:t> </a:t>
            </a:r>
            <a:r>
              <a:rPr lang="en-US" dirty="0" err="1"/>
              <a:t>nhận</a:t>
            </a:r>
            <a:r>
              <a:rPr lang="en-US" dirty="0"/>
              <a:t> </a:t>
            </a:r>
            <a:r>
              <a:rPr lang="en-US" dirty="0" err="1"/>
              <a:t>diện</a:t>
            </a:r>
            <a:r>
              <a:rPr lang="en-US" dirty="0"/>
              <a:t> </a:t>
            </a:r>
            <a:r>
              <a:rPr lang="en-US" dirty="0" err="1"/>
              <a:t>hình</a:t>
            </a:r>
            <a:r>
              <a:rPr lang="en-US" dirty="0"/>
              <a:t> </a:t>
            </a:r>
            <a:r>
              <a:rPr lang="en-US" dirty="0" err="1"/>
              <a:t>ảnh</a:t>
            </a:r>
            <a:r>
              <a:rPr lang="en-US" dirty="0"/>
              <a:t> </a:t>
            </a:r>
            <a:r>
              <a:rPr lang="en-US" dirty="0" err="1"/>
              <a:t>và</a:t>
            </a:r>
            <a:r>
              <a:rPr lang="en-US" dirty="0"/>
              <a:t> </a:t>
            </a:r>
            <a:r>
              <a:rPr lang="en-US" dirty="0" err="1"/>
              <a:t>giọng</a:t>
            </a:r>
            <a:r>
              <a:rPr lang="en-US" dirty="0"/>
              <a:t> </a:t>
            </a:r>
            <a:r>
              <a:rPr lang="en-US" dirty="0" err="1"/>
              <a:t>nói</a:t>
            </a:r>
            <a:r>
              <a:rPr lang="en-US" dirty="0"/>
              <a:t> – </a:t>
            </a:r>
            <a:r>
              <a:rPr lang="en-US" dirty="0" err="1"/>
              <a:t>gần</a:t>
            </a:r>
            <a:r>
              <a:rPr lang="en-US" dirty="0"/>
              <a:t> </a:t>
            </a:r>
            <a:r>
              <a:rPr lang="en-US" dirty="0" err="1"/>
              <a:t>như</a:t>
            </a:r>
            <a:r>
              <a:rPr lang="en-US" dirty="0"/>
              <a:t> “</a:t>
            </a:r>
            <a:r>
              <a:rPr lang="en-US" dirty="0" err="1"/>
              <a:t>gọi</a:t>
            </a:r>
            <a:r>
              <a:rPr lang="en-US" dirty="0"/>
              <a:t> </a:t>
            </a:r>
            <a:r>
              <a:rPr lang="en-US" dirty="0" err="1"/>
              <a:t>gì</a:t>
            </a:r>
            <a:r>
              <a:rPr lang="en-US" dirty="0"/>
              <a:t> </a:t>
            </a:r>
            <a:r>
              <a:rPr lang="en-US" dirty="0" err="1"/>
              <a:t>làm</a:t>
            </a:r>
            <a:r>
              <a:rPr lang="en-US" dirty="0"/>
              <a:t> </a:t>
            </a:r>
            <a:r>
              <a:rPr lang="en-US" dirty="0" err="1"/>
              <a:t>nấy</a:t>
            </a:r>
            <a:r>
              <a:rPr lang="en-US" dirty="0"/>
              <a:t>”.</a:t>
            </a:r>
            <a:endParaRPr lang="vi-VN" dirty="0"/>
          </a:p>
          <a:p>
            <a:pPr marL="342900" indent="-342900">
              <a:lnSpc>
                <a:spcPct val="110000"/>
              </a:lnSpc>
              <a:buFont typeface="Arial" panose="020B0604020202020204" pitchFamily="34" charset="0"/>
              <a:buChar char="•"/>
            </a:pPr>
            <a:r>
              <a:rPr lang="en-US" dirty="0" err="1"/>
              <a:t>Ưu</a:t>
            </a:r>
            <a:r>
              <a:rPr lang="en-US" dirty="0"/>
              <a:t> </a:t>
            </a:r>
            <a:r>
              <a:rPr lang="en-US" dirty="0" err="1"/>
              <a:t>điểm</a:t>
            </a:r>
            <a:r>
              <a:rPr lang="en-US" dirty="0"/>
              <a:t>:</a:t>
            </a:r>
            <a:r>
              <a:rPr lang="vi-VN" dirty="0"/>
              <a:t> </a:t>
            </a:r>
          </a:p>
          <a:p>
            <a:pPr lvl="1">
              <a:lnSpc>
                <a:spcPct val="110000"/>
              </a:lnSpc>
            </a:pPr>
            <a:r>
              <a:rPr lang="vi-VN" dirty="0"/>
              <a:t>-</a:t>
            </a:r>
            <a:r>
              <a:rPr lang="en-US" dirty="0"/>
              <a:t>Suy </a:t>
            </a:r>
            <a:r>
              <a:rPr lang="en-US" dirty="0" err="1"/>
              <a:t>luận</a:t>
            </a:r>
            <a:r>
              <a:rPr lang="en-US" dirty="0"/>
              <a:t> </a:t>
            </a:r>
            <a:r>
              <a:rPr lang="en-US" dirty="0" err="1"/>
              <a:t>tốt</a:t>
            </a:r>
            <a:r>
              <a:rPr lang="en-US" dirty="0"/>
              <a:t>, </a:t>
            </a:r>
            <a:r>
              <a:rPr lang="en-US" dirty="0" err="1"/>
              <a:t>hiểu</a:t>
            </a:r>
            <a:r>
              <a:rPr lang="en-US" dirty="0"/>
              <a:t> </a:t>
            </a:r>
            <a:r>
              <a:rPr lang="en-US" dirty="0" err="1"/>
              <a:t>bối</a:t>
            </a:r>
            <a:r>
              <a:rPr lang="en-US" dirty="0"/>
              <a:t> </a:t>
            </a:r>
            <a:r>
              <a:rPr lang="en-US" dirty="0" err="1"/>
              <a:t>cảnh</a:t>
            </a:r>
            <a:r>
              <a:rPr lang="en-US" dirty="0"/>
              <a:t> </a:t>
            </a:r>
            <a:r>
              <a:rPr lang="en-US" dirty="0" err="1"/>
              <a:t>tốt</a:t>
            </a:r>
            <a:r>
              <a:rPr lang="en-US" dirty="0"/>
              <a:t>—</a:t>
            </a:r>
            <a:r>
              <a:rPr lang="en-US" dirty="0" err="1"/>
              <a:t>đôi</a:t>
            </a:r>
            <a:r>
              <a:rPr lang="en-US" dirty="0"/>
              <a:t> </a:t>
            </a:r>
            <a:r>
              <a:rPr lang="en-US" dirty="0" err="1"/>
              <a:t>khi</a:t>
            </a:r>
            <a:r>
              <a:rPr lang="en-US" dirty="0"/>
              <a:t> </a:t>
            </a:r>
            <a:r>
              <a:rPr lang="en-US" dirty="0" err="1"/>
              <a:t>khiến</a:t>
            </a:r>
            <a:r>
              <a:rPr lang="en-US" dirty="0"/>
              <a:t> </a:t>
            </a:r>
            <a:r>
              <a:rPr lang="en-US" dirty="0" err="1"/>
              <a:t>bạn</a:t>
            </a:r>
            <a:r>
              <a:rPr lang="en-US" dirty="0"/>
              <a:t> </a:t>
            </a:r>
            <a:r>
              <a:rPr lang="en-US" dirty="0" err="1"/>
              <a:t>quên</a:t>
            </a:r>
            <a:r>
              <a:rPr lang="en-US" dirty="0"/>
              <a:t> </a:t>
            </a:r>
            <a:r>
              <a:rPr lang="en-US" dirty="0" err="1"/>
              <a:t>luôn</a:t>
            </a:r>
            <a:r>
              <a:rPr lang="en-US" dirty="0"/>
              <a:t> </a:t>
            </a:r>
            <a:r>
              <a:rPr lang="en-US" dirty="0" err="1"/>
              <a:t>mình</a:t>
            </a:r>
            <a:r>
              <a:rPr lang="en-US" dirty="0"/>
              <a:t> </a:t>
            </a:r>
            <a:r>
              <a:rPr lang="en-US" dirty="0" err="1"/>
              <a:t>đang</a:t>
            </a:r>
            <a:r>
              <a:rPr lang="en-US" dirty="0"/>
              <a:t> </a:t>
            </a:r>
            <a:r>
              <a:rPr lang="en-US" dirty="0" err="1"/>
              <a:t>nói</a:t>
            </a:r>
            <a:r>
              <a:rPr lang="en-US" dirty="0"/>
              <a:t> </a:t>
            </a:r>
            <a:r>
              <a:rPr lang="en-US" dirty="0" err="1"/>
              <a:t>chuyện</a:t>
            </a:r>
            <a:r>
              <a:rPr lang="en-US" dirty="0"/>
              <a:t> </a:t>
            </a:r>
            <a:r>
              <a:rPr lang="en-US" dirty="0" err="1"/>
              <a:t>với</a:t>
            </a:r>
            <a:r>
              <a:rPr lang="en-US" dirty="0"/>
              <a:t> AI.</a:t>
            </a:r>
            <a:r>
              <a:rPr lang="vi-VN" dirty="0"/>
              <a:t> </a:t>
            </a:r>
          </a:p>
          <a:p>
            <a:pPr lvl="1">
              <a:lnSpc>
                <a:spcPct val="110000"/>
              </a:lnSpc>
            </a:pPr>
            <a:r>
              <a:rPr lang="vi-VN" dirty="0"/>
              <a:t>-</a:t>
            </a:r>
            <a:r>
              <a:rPr lang="en-US" dirty="0" err="1"/>
              <a:t>Hỗ</a:t>
            </a:r>
            <a:r>
              <a:rPr lang="en-US" dirty="0"/>
              <a:t> </a:t>
            </a:r>
            <a:r>
              <a:rPr lang="en-US" dirty="0" err="1"/>
              <a:t>trợ</a:t>
            </a:r>
            <a:r>
              <a:rPr lang="en-US" dirty="0"/>
              <a:t> </a:t>
            </a:r>
            <a:r>
              <a:rPr lang="en-US" dirty="0" err="1"/>
              <a:t>nhiều</a:t>
            </a:r>
            <a:r>
              <a:rPr lang="en-US" dirty="0"/>
              <a:t> </a:t>
            </a:r>
            <a:r>
              <a:rPr lang="en-US" dirty="0" err="1"/>
              <a:t>ngôn</a:t>
            </a:r>
            <a:r>
              <a:rPr lang="en-US" dirty="0"/>
              <a:t> </a:t>
            </a:r>
            <a:r>
              <a:rPr lang="en-US" dirty="0" err="1"/>
              <a:t>ngữ</a:t>
            </a:r>
            <a:r>
              <a:rPr lang="en-US" dirty="0"/>
              <a:t>, </a:t>
            </a:r>
            <a:r>
              <a:rPr lang="en-US" dirty="0" err="1"/>
              <a:t>trơn</a:t>
            </a:r>
            <a:r>
              <a:rPr lang="en-US" dirty="0"/>
              <a:t> </a:t>
            </a:r>
            <a:r>
              <a:rPr lang="en-US" dirty="0" err="1"/>
              <a:t>tru</a:t>
            </a:r>
            <a:r>
              <a:rPr lang="en-US" dirty="0"/>
              <a:t>.</a:t>
            </a:r>
            <a:r>
              <a:rPr lang="vi-VN" dirty="0"/>
              <a:t> </a:t>
            </a:r>
          </a:p>
          <a:p>
            <a:pPr lvl="1">
              <a:lnSpc>
                <a:spcPct val="110000"/>
              </a:lnSpc>
            </a:pPr>
            <a:r>
              <a:rPr lang="vi-VN" dirty="0"/>
              <a:t>-</a:t>
            </a:r>
            <a:r>
              <a:rPr lang="en-US" dirty="0"/>
              <a:t>Cho </a:t>
            </a:r>
            <a:r>
              <a:rPr lang="en-US" dirty="0" err="1"/>
              <a:t>phép</a:t>
            </a:r>
            <a:r>
              <a:rPr lang="en-US" dirty="0"/>
              <a:t> </a:t>
            </a:r>
            <a:r>
              <a:rPr lang="en-US" dirty="0" err="1"/>
              <a:t>tạo</a:t>
            </a:r>
            <a:r>
              <a:rPr lang="en-US" dirty="0"/>
              <a:t> Custom GPTs </a:t>
            </a:r>
            <a:r>
              <a:rPr lang="en-US" dirty="0" err="1"/>
              <a:t>để</a:t>
            </a:r>
            <a:r>
              <a:rPr lang="en-US" dirty="0"/>
              <a:t> </a:t>
            </a:r>
            <a:r>
              <a:rPr lang="en-US" dirty="0" err="1"/>
              <a:t>làm</a:t>
            </a:r>
            <a:r>
              <a:rPr lang="en-US" dirty="0"/>
              <a:t> bot </a:t>
            </a:r>
            <a:r>
              <a:rPr lang="en-US" dirty="0" err="1"/>
              <a:t>theo</a:t>
            </a:r>
            <a:r>
              <a:rPr lang="en-US" dirty="0"/>
              <a:t> “ý </a:t>
            </a:r>
            <a:r>
              <a:rPr lang="en-US" dirty="0" err="1"/>
              <a:t>mình</a:t>
            </a:r>
            <a:r>
              <a:rPr lang="en-US" dirty="0"/>
              <a:t>”.</a:t>
            </a:r>
            <a:endParaRPr lang="vi-VN" dirty="0"/>
          </a:p>
          <a:p>
            <a:pPr marL="342900" indent="-342900">
              <a:lnSpc>
                <a:spcPct val="110000"/>
              </a:lnSpc>
              <a:buFont typeface="Arial" panose="020B0604020202020204" pitchFamily="34" charset="0"/>
              <a:buChar char="•"/>
            </a:pPr>
            <a:r>
              <a:rPr lang="en-US" dirty="0" err="1"/>
              <a:t>Nhược</a:t>
            </a:r>
            <a:r>
              <a:rPr lang="en-US" dirty="0"/>
              <a:t> </a:t>
            </a:r>
            <a:r>
              <a:rPr lang="en-US" dirty="0" err="1"/>
              <a:t>điểm</a:t>
            </a:r>
            <a:r>
              <a:rPr lang="en-US" dirty="0"/>
              <a:t>:</a:t>
            </a:r>
            <a:br>
              <a:rPr lang="en-US" dirty="0"/>
            </a:br>
            <a:r>
              <a:rPr lang="vi-VN" dirty="0"/>
              <a:t>-</a:t>
            </a:r>
            <a:r>
              <a:rPr lang="en-US" dirty="0" err="1"/>
              <a:t>Bản</a:t>
            </a:r>
            <a:r>
              <a:rPr lang="en-US" dirty="0"/>
              <a:t> </a:t>
            </a:r>
            <a:r>
              <a:rPr lang="en-US" dirty="0" err="1"/>
              <a:t>miễn</a:t>
            </a:r>
            <a:r>
              <a:rPr lang="en-US" dirty="0"/>
              <a:t> </a:t>
            </a:r>
            <a:r>
              <a:rPr lang="en-US" dirty="0" err="1"/>
              <a:t>phí</a:t>
            </a:r>
            <a:r>
              <a:rPr lang="en-US" dirty="0"/>
              <a:t> </a:t>
            </a:r>
            <a:r>
              <a:rPr lang="en-US" dirty="0" err="1"/>
              <a:t>vẫn</a:t>
            </a:r>
            <a:r>
              <a:rPr lang="en-US" dirty="0"/>
              <a:t> </a:t>
            </a:r>
            <a:r>
              <a:rPr lang="en-US" dirty="0" err="1"/>
              <a:t>bị</a:t>
            </a:r>
            <a:r>
              <a:rPr lang="en-US" dirty="0"/>
              <a:t> </a:t>
            </a:r>
            <a:r>
              <a:rPr lang="en-US" dirty="0" err="1"/>
              <a:t>khóa</a:t>
            </a:r>
            <a:r>
              <a:rPr lang="en-US" dirty="0"/>
              <a:t> </a:t>
            </a:r>
            <a:r>
              <a:rPr lang="en-US" dirty="0" err="1"/>
              <a:t>vài</a:t>
            </a:r>
            <a:r>
              <a:rPr lang="en-US" dirty="0"/>
              <a:t> </a:t>
            </a:r>
            <a:r>
              <a:rPr lang="en-US" dirty="0" err="1"/>
              <a:t>tính</a:t>
            </a:r>
            <a:r>
              <a:rPr lang="en-US" dirty="0"/>
              <a:t> </a:t>
            </a:r>
            <a:r>
              <a:rPr lang="en-US" dirty="0" err="1"/>
              <a:t>năng</a:t>
            </a:r>
            <a:r>
              <a:rPr lang="en-US" dirty="0"/>
              <a:t> hay ho.</a:t>
            </a:r>
            <a:br>
              <a:rPr lang="en-US" dirty="0"/>
            </a:br>
            <a:r>
              <a:rPr lang="vi-VN" dirty="0"/>
              <a:t>-</a:t>
            </a:r>
            <a:r>
              <a:rPr lang="en-US" dirty="0" err="1"/>
              <a:t>Đôi</a:t>
            </a:r>
            <a:r>
              <a:rPr lang="en-US" dirty="0"/>
              <a:t> </a:t>
            </a:r>
            <a:r>
              <a:rPr lang="en-US" dirty="0" err="1"/>
              <a:t>lúc</a:t>
            </a:r>
            <a:r>
              <a:rPr lang="en-US" dirty="0"/>
              <a:t> </a:t>
            </a:r>
            <a:r>
              <a:rPr lang="en-US" dirty="0" err="1"/>
              <a:t>vẫn</a:t>
            </a:r>
            <a:r>
              <a:rPr lang="en-US" dirty="0"/>
              <a:t> “</a:t>
            </a:r>
            <a:r>
              <a:rPr lang="en-US" dirty="0" err="1"/>
              <a:t>bịa</a:t>
            </a:r>
            <a:r>
              <a:rPr lang="en-US" dirty="0"/>
              <a:t>” </a:t>
            </a:r>
            <a:r>
              <a:rPr lang="en-US" dirty="0" err="1"/>
              <a:t>nếu</a:t>
            </a:r>
            <a:r>
              <a:rPr lang="en-US" dirty="0"/>
              <a:t> </a:t>
            </a:r>
            <a:r>
              <a:rPr lang="en-US" dirty="0" err="1"/>
              <a:t>bạn</a:t>
            </a:r>
            <a:r>
              <a:rPr lang="en-US" dirty="0"/>
              <a:t> </a:t>
            </a:r>
            <a:r>
              <a:rPr lang="en-US" dirty="0" err="1"/>
              <a:t>không</a:t>
            </a:r>
            <a:r>
              <a:rPr lang="en-US" dirty="0"/>
              <a:t> </a:t>
            </a:r>
            <a:r>
              <a:rPr lang="en-US" dirty="0" err="1"/>
              <a:t>kiểm</a:t>
            </a:r>
            <a:r>
              <a:rPr lang="en-US" dirty="0"/>
              <a:t> </a:t>
            </a:r>
            <a:r>
              <a:rPr lang="en-US" dirty="0" err="1"/>
              <a:t>chứng</a:t>
            </a:r>
            <a:r>
              <a:rPr lang="en-US" dirty="0"/>
              <a:t> </a:t>
            </a:r>
            <a:r>
              <a:rPr lang="en-US" dirty="0" err="1"/>
              <a:t>kỹ</a:t>
            </a:r>
            <a:r>
              <a:rPr lang="en-US" dirty="0"/>
              <a:t>.</a:t>
            </a:r>
          </a:p>
          <a:p>
            <a:pPr>
              <a:lnSpc>
                <a:spcPct val="110000"/>
              </a:lnSpc>
            </a:pPr>
            <a:endParaRPr lang="en-US" dirty="0"/>
          </a:p>
        </p:txBody>
      </p:sp>
      <p:pic>
        <p:nvPicPr>
          <p:cNvPr id="2050" name="Picture 2" descr="Bảng giá ChatGPT mới nhất 2025, cách mua ChatGPT giá rẻ">
            <a:extLst>
              <a:ext uri="{FF2B5EF4-FFF2-40B4-BE49-F238E27FC236}">
                <a16:creationId xmlns:a16="http://schemas.microsoft.com/office/drawing/2014/main" id="{62DC301F-19AF-FDB0-02C6-34FC9E9F62E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9886" y="2528361"/>
            <a:ext cx="4358098" cy="2451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9982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iterate type="wd">
                                    <p:tmPct val="6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iterate type="wd">
                                    <p:tmPct val="6000"/>
                                  </p:iterate>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500"/>
                                        <p:tgtEl>
                                          <p:spTgt spid="4">
                                            <p:txEl>
                                              <p:pRg st="1" end="1"/>
                                            </p:txEl>
                                          </p:spTgt>
                                        </p:tgtEl>
                                      </p:cBhvr>
                                    </p:animEffect>
                                  </p:childTnLst>
                                </p:cTn>
                              </p:par>
                              <p:par>
                                <p:cTn id="19" presetID="10" presetClass="entr" presetSubtype="0" fill="hold" grpId="0" nodeType="withEffect">
                                  <p:stCondLst>
                                    <p:cond delay="0"/>
                                  </p:stCondLst>
                                  <p:iterate type="wd">
                                    <p:tmPct val="6000"/>
                                  </p:iterate>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500"/>
                                        <p:tgtEl>
                                          <p:spTgt spid="4">
                                            <p:txEl>
                                              <p:pRg st="2" end="2"/>
                                            </p:txEl>
                                          </p:spTgt>
                                        </p:tgtEl>
                                      </p:cBhvr>
                                    </p:animEffect>
                                  </p:childTnLst>
                                </p:cTn>
                              </p:par>
                              <p:par>
                                <p:cTn id="22" presetID="10" presetClass="entr" presetSubtype="0" fill="hold" grpId="0" nodeType="withEffect">
                                  <p:stCondLst>
                                    <p:cond delay="0"/>
                                  </p:stCondLst>
                                  <p:iterate type="wd">
                                    <p:tmPct val="6000"/>
                                  </p:iterate>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500"/>
                                        <p:tgtEl>
                                          <p:spTgt spid="4">
                                            <p:txEl>
                                              <p:pRg st="3" end="3"/>
                                            </p:txEl>
                                          </p:spTgt>
                                        </p:tgtEl>
                                      </p:cBhvr>
                                    </p:animEffect>
                                  </p:childTnLst>
                                </p:cTn>
                              </p:par>
                              <p:par>
                                <p:cTn id="25" presetID="10" presetClass="entr" presetSubtype="0" fill="hold" grpId="0" nodeType="withEffect">
                                  <p:stCondLst>
                                    <p:cond delay="0"/>
                                  </p:stCondLst>
                                  <p:iterate type="wd">
                                    <p:tmPct val="6000"/>
                                  </p:iterate>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wd">
                                    <p:tmPct val="6000"/>
                                  </p:iterate>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5EB1B0D-C555-9BBF-359D-5E584AE7D925}"/>
              </a:ext>
            </a:extLst>
          </p:cNvPr>
          <p:cNvSpPr>
            <a:spLocks noGrp="1"/>
          </p:cNvSpPr>
          <p:nvPr>
            <p:ph type="ctrTitle"/>
          </p:nvPr>
        </p:nvSpPr>
        <p:spPr/>
        <p:txBody>
          <a:bodyPr/>
          <a:lstStyle/>
          <a:p>
            <a:r>
              <a:rPr lang="vi-VN" dirty="0"/>
              <a:t>2. </a:t>
            </a:r>
            <a:r>
              <a:rPr lang="en-US" dirty="0"/>
              <a:t>Google Gemini (1.5 Pro / Flash)</a:t>
            </a:r>
          </a:p>
        </p:txBody>
      </p:sp>
      <p:sp>
        <p:nvSpPr>
          <p:cNvPr id="4" name="Chỗ dành sẵn cho Nội dung 3">
            <a:extLst>
              <a:ext uri="{FF2B5EF4-FFF2-40B4-BE49-F238E27FC236}">
                <a16:creationId xmlns:a16="http://schemas.microsoft.com/office/drawing/2014/main" id="{7B464878-0AF8-142D-1F4C-EB3611AD97E1}"/>
              </a:ext>
            </a:extLst>
          </p:cNvPr>
          <p:cNvSpPr>
            <a:spLocks noGrp="1"/>
          </p:cNvSpPr>
          <p:nvPr>
            <p:ph sz="quarter" idx="12"/>
          </p:nvPr>
        </p:nvSpPr>
        <p:spPr>
          <a:xfrm>
            <a:off x="402637" y="822962"/>
            <a:ext cx="6112642" cy="4937760"/>
          </a:xfrm>
        </p:spPr>
        <p:txBody>
          <a:bodyPr>
            <a:normAutofit fontScale="55000" lnSpcReduction="20000"/>
          </a:bodyPr>
          <a:lstStyle/>
          <a:p>
            <a:pPr marL="342900" indent="-342900">
              <a:lnSpc>
                <a:spcPct val="120000"/>
              </a:lnSpc>
              <a:buFont typeface="Arial" panose="020B0604020202020204" pitchFamily="34" charset="0"/>
              <a:buChar char="•"/>
            </a:pPr>
            <a:r>
              <a:rPr lang="en-US" sz="3300" dirty="0" err="1"/>
              <a:t>Tính</a:t>
            </a:r>
            <a:r>
              <a:rPr lang="en-US" sz="3300" dirty="0"/>
              <a:t> </a:t>
            </a:r>
            <a:r>
              <a:rPr lang="en-US" sz="3300" dirty="0" err="1"/>
              <a:t>năng</a:t>
            </a:r>
            <a:r>
              <a:rPr lang="en-US" sz="3300" dirty="0"/>
              <a:t>: </a:t>
            </a:r>
            <a:r>
              <a:rPr lang="en-US" sz="3300" dirty="0" err="1"/>
              <a:t>Kết</a:t>
            </a:r>
            <a:r>
              <a:rPr lang="en-US" sz="3300" dirty="0"/>
              <a:t> </a:t>
            </a:r>
            <a:r>
              <a:rPr lang="en-US" sz="3300" dirty="0" err="1"/>
              <a:t>nối</a:t>
            </a:r>
            <a:r>
              <a:rPr lang="en-US" sz="3300" dirty="0"/>
              <a:t> Google Search </a:t>
            </a:r>
            <a:r>
              <a:rPr lang="en-US" sz="3300" dirty="0" err="1"/>
              <a:t>theo</a:t>
            </a:r>
            <a:r>
              <a:rPr lang="en-US" sz="3300" dirty="0"/>
              <a:t> </a:t>
            </a:r>
            <a:r>
              <a:rPr lang="en-US" sz="3300" dirty="0" err="1"/>
              <a:t>thời</a:t>
            </a:r>
            <a:r>
              <a:rPr lang="en-US" sz="3300" dirty="0"/>
              <a:t> </a:t>
            </a:r>
            <a:r>
              <a:rPr lang="en-US" sz="3300" dirty="0" err="1"/>
              <a:t>gian</a:t>
            </a:r>
            <a:r>
              <a:rPr lang="en-US" sz="3300" dirty="0"/>
              <a:t> </a:t>
            </a:r>
            <a:r>
              <a:rPr lang="en-US" sz="3300" dirty="0" err="1"/>
              <a:t>thực</a:t>
            </a:r>
            <a:r>
              <a:rPr lang="en-US" sz="3300" dirty="0"/>
              <a:t>, </a:t>
            </a:r>
            <a:r>
              <a:rPr lang="en-US" sz="3300" dirty="0" err="1"/>
              <a:t>xử</a:t>
            </a:r>
            <a:r>
              <a:rPr lang="en-US" sz="3300" dirty="0"/>
              <a:t> </a:t>
            </a:r>
            <a:r>
              <a:rPr lang="en-US" sz="3300" dirty="0" err="1"/>
              <a:t>lý</a:t>
            </a:r>
            <a:r>
              <a:rPr lang="en-US" sz="3300" dirty="0"/>
              <a:t> </a:t>
            </a:r>
            <a:r>
              <a:rPr lang="en-US" sz="3300" dirty="0" err="1"/>
              <a:t>văn</a:t>
            </a:r>
            <a:r>
              <a:rPr lang="en-US" sz="3300" dirty="0"/>
              <a:t> </a:t>
            </a:r>
            <a:r>
              <a:rPr lang="en-US" sz="3300" dirty="0" err="1"/>
              <a:t>bản</a:t>
            </a:r>
            <a:r>
              <a:rPr lang="en-US" sz="3300" dirty="0"/>
              <a:t> </a:t>
            </a:r>
            <a:r>
              <a:rPr lang="en-US" sz="3300" dirty="0" err="1"/>
              <a:t>và</a:t>
            </a:r>
            <a:r>
              <a:rPr lang="en-US" sz="3300" dirty="0"/>
              <a:t> code. </a:t>
            </a:r>
            <a:r>
              <a:rPr lang="en-US" sz="3300" dirty="0" err="1"/>
              <a:t>Nhưng</a:t>
            </a:r>
            <a:r>
              <a:rPr lang="en-US" sz="3300" dirty="0"/>
              <a:t> </a:t>
            </a:r>
            <a:r>
              <a:rPr lang="en-US" sz="3300" dirty="0" err="1"/>
              <a:t>thứ</a:t>
            </a:r>
            <a:r>
              <a:rPr lang="en-US" sz="3300" dirty="0"/>
              <a:t> </a:t>
            </a:r>
            <a:r>
              <a:rPr lang="en-US" sz="3300" dirty="0" err="1"/>
              <a:t>làm</a:t>
            </a:r>
            <a:r>
              <a:rPr lang="en-US" sz="3300" dirty="0"/>
              <a:t> </a:t>
            </a:r>
            <a:r>
              <a:rPr lang="en-US" sz="3300" dirty="0" err="1"/>
              <a:t>nên</a:t>
            </a:r>
            <a:r>
              <a:rPr lang="en-US" sz="3300" dirty="0"/>
              <a:t> </a:t>
            </a:r>
            <a:r>
              <a:rPr lang="en-US" sz="3300" dirty="0" err="1"/>
              <a:t>tên</a:t>
            </a:r>
            <a:r>
              <a:rPr lang="en-US" sz="3300" dirty="0"/>
              <a:t> </a:t>
            </a:r>
            <a:r>
              <a:rPr lang="en-US" sz="3300" dirty="0" err="1"/>
              <a:t>tuổi</a:t>
            </a:r>
            <a:r>
              <a:rPr lang="en-US" sz="3300" dirty="0"/>
              <a:t> </a:t>
            </a:r>
            <a:r>
              <a:rPr lang="en-US" sz="3300" dirty="0" err="1"/>
              <a:t>của</a:t>
            </a:r>
            <a:r>
              <a:rPr lang="en-US" sz="3300" dirty="0"/>
              <a:t> Gemini </a:t>
            </a:r>
            <a:r>
              <a:rPr lang="en-US" sz="3300" dirty="0" err="1"/>
              <a:t>chính</a:t>
            </a:r>
            <a:r>
              <a:rPr lang="en-US" sz="3300" dirty="0"/>
              <a:t> </a:t>
            </a:r>
            <a:r>
              <a:rPr lang="en-US" sz="3300" dirty="0" err="1"/>
              <a:t>là</a:t>
            </a:r>
            <a:r>
              <a:rPr lang="en-US" sz="3300" dirty="0"/>
              <a:t> context window </a:t>
            </a:r>
            <a:r>
              <a:rPr lang="en-US" sz="3300" dirty="0" err="1"/>
              <a:t>khổng</a:t>
            </a:r>
            <a:r>
              <a:rPr lang="en-US" sz="3300" dirty="0"/>
              <a:t> </a:t>
            </a:r>
            <a:r>
              <a:rPr lang="en-US" sz="3300" dirty="0" err="1"/>
              <a:t>lồ</a:t>
            </a:r>
            <a:r>
              <a:rPr lang="en-US" sz="3300" dirty="0"/>
              <a:t> – </a:t>
            </a:r>
            <a:r>
              <a:rPr lang="en-US" sz="3300" dirty="0" err="1"/>
              <a:t>có</a:t>
            </a:r>
            <a:r>
              <a:rPr lang="en-US" sz="3300" dirty="0"/>
              <a:t> </a:t>
            </a:r>
            <a:r>
              <a:rPr lang="en-US" sz="3300" dirty="0" err="1"/>
              <a:t>thể</a:t>
            </a:r>
            <a:r>
              <a:rPr lang="en-US" sz="3300" dirty="0"/>
              <a:t> </a:t>
            </a:r>
            <a:r>
              <a:rPr lang="en-US" sz="3300" dirty="0" err="1"/>
              <a:t>đọc</a:t>
            </a:r>
            <a:r>
              <a:rPr lang="en-US" sz="3300" dirty="0"/>
              <a:t> </a:t>
            </a:r>
            <a:r>
              <a:rPr lang="en-US" sz="3300" dirty="0" err="1"/>
              <a:t>cả</a:t>
            </a:r>
            <a:r>
              <a:rPr lang="en-US" sz="3300" dirty="0"/>
              <a:t> </a:t>
            </a:r>
            <a:r>
              <a:rPr lang="en-US" sz="3300" dirty="0" err="1"/>
              <a:t>ngàn</a:t>
            </a:r>
            <a:r>
              <a:rPr lang="en-US" sz="3300" dirty="0"/>
              <a:t> </a:t>
            </a:r>
            <a:r>
              <a:rPr lang="en-US" sz="3300" dirty="0" err="1"/>
              <a:t>trang</a:t>
            </a:r>
            <a:r>
              <a:rPr lang="en-US" sz="3300" dirty="0"/>
              <a:t> </a:t>
            </a:r>
            <a:r>
              <a:rPr lang="en-US" sz="3300" dirty="0" err="1"/>
              <a:t>tài</a:t>
            </a:r>
            <a:r>
              <a:rPr lang="en-US" sz="3300" dirty="0"/>
              <a:t> </a:t>
            </a:r>
            <a:r>
              <a:rPr lang="en-US" sz="3300" dirty="0" err="1"/>
              <a:t>liệu</a:t>
            </a:r>
            <a:r>
              <a:rPr lang="en-US" sz="3300" dirty="0"/>
              <a:t> </a:t>
            </a:r>
            <a:r>
              <a:rPr lang="en-US" sz="3300" dirty="0" err="1"/>
              <a:t>một</a:t>
            </a:r>
            <a:r>
              <a:rPr lang="en-US" sz="3300" dirty="0"/>
              <a:t> </a:t>
            </a:r>
            <a:r>
              <a:rPr lang="en-US" sz="3300" dirty="0" err="1"/>
              <a:t>lúc</a:t>
            </a:r>
            <a:r>
              <a:rPr lang="en-US" sz="3300" dirty="0"/>
              <a:t> </a:t>
            </a:r>
            <a:r>
              <a:rPr lang="en-US" sz="3300" dirty="0" err="1"/>
              <a:t>mà</a:t>
            </a:r>
            <a:r>
              <a:rPr lang="en-US" sz="3300" dirty="0"/>
              <a:t> </a:t>
            </a:r>
            <a:r>
              <a:rPr lang="en-US" sz="3300" dirty="0" err="1"/>
              <a:t>vẫn</a:t>
            </a:r>
            <a:r>
              <a:rPr lang="en-US" sz="3300" dirty="0"/>
              <a:t> </a:t>
            </a:r>
            <a:r>
              <a:rPr lang="en-US" sz="3300" dirty="0" err="1"/>
              <a:t>giữ</a:t>
            </a:r>
            <a:r>
              <a:rPr lang="en-US" sz="3300" dirty="0"/>
              <a:t> </a:t>
            </a:r>
            <a:r>
              <a:rPr lang="en-US" sz="3300" dirty="0" err="1"/>
              <a:t>mạch</a:t>
            </a:r>
            <a:r>
              <a:rPr lang="en-US" sz="3300" dirty="0"/>
              <a:t>.</a:t>
            </a:r>
            <a:endParaRPr lang="vi-VN" sz="3300" dirty="0"/>
          </a:p>
          <a:p>
            <a:pPr marL="342900" indent="-342900">
              <a:lnSpc>
                <a:spcPct val="120000"/>
              </a:lnSpc>
              <a:buFont typeface="Arial" panose="020B0604020202020204" pitchFamily="34" charset="0"/>
              <a:buChar char="•"/>
            </a:pPr>
            <a:r>
              <a:rPr lang="en-US" sz="3300" dirty="0" err="1"/>
              <a:t>Ưu</a:t>
            </a:r>
            <a:r>
              <a:rPr lang="en-US" sz="3300" dirty="0"/>
              <a:t> </a:t>
            </a:r>
            <a:r>
              <a:rPr lang="en-US" sz="3300" dirty="0" err="1"/>
              <a:t>điểm</a:t>
            </a:r>
            <a:r>
              <a:rPr lang="en-US" sz="3300" dirty="0"/>
              <a:t>:</a:t>
            </a:r>
            <a:br>
              <a:rPr lang="en-US" sz="3300" dirty="0"/>
            </a:br>
            <a:r>
              <a:rPr lang="vi-VN" sz="3300" dirty="0"/>
              <a:t>-</a:t>
            </a:r>
            <a:r>
              <a:rPr lang="en-US" sz="3300" dirty="0" err="1"/>
              <a:t>Phản</a:t>
            </a:r>
            <a:r>
              <a:rPr lang="en-US" sz="3300" dirty="0"/>
              <a:t> </a:t>
            </a:r>
            <a:r>
              <a:rPr lang="en-US" sz="3300" dirty="0" err="1"/>
              <a:t>hồi</a:t>
            </a:r>
            <a:r>
              <a:rPr lang="en-US" sz="3300" dirty="0"/>
              <a:t> </a:t>
            </a:r>
            <a:r>
              <a:rPr lang="en-US" sz="3300" dirty="0" err="1"/>
              <a:t>cực</a:t>
            </a:r>
            <a:r>
              <a:rPr lang="en-US" sz="3300" dirty="0"/>
              <a:t> </a:t>
            </a:r>
            <a:r>
              <a:rPr lang="en-US" sz="3300" dirty="0" err="1"/>
              <a:t>nhanh</a:t>
            </a:r>
            <a:r>
              <a:rPr lang="en-US" sz="3300" dirty="0"/>
              <a:t>.</a:t>
            </a:r>
            <a:br>
              <a:rPr lang="en-US" sz="3300" dirty="0"/>
            </a:br>
            <a:r>
              <a:rPr lang="vi-VN" sz="3300" dirty="0"/>
              <a:t>-</a:t>
            </a:r>
            <a:r>
              <a:rPr lang="en-US" sz="3300" dirty="0" err="1"/>
              <a:t>Hòa</a:t>
            </a:r>
            <a:r>
              <a:rPr lang="en-US" sz="3300" dirty="0"/>
              <a:t> </a:t>
            </a:r>
            <a:r>
              <a:rPr lang="en-US" sz="3300" dirty="0" err="1"/>
              <a:t>nhập</a:t>
            </a:r>
            <a:r>
              <a:rPr lang="en-US" sz="3300" dirty="0"/>
              <a:t> </a:t>
            </a:r>
            <a:r>
              <a:rPr lang="en-US" sz="3300" dirty="0" err="1"/>
              <a:t>sâu</a:t>
            </a:r>
            <a:r>
              <a:rPr lang="en-US" sz="3300" dirty="0"/>
              <a:t> </a:t>
            </a:r>
            <a:r>
              <a:rPr lang="en-US" sz="3300" dirty="0" err="1"/>
              <a:t>vào</a:t>
            </a:r>
            <a:r>
              <a:rPr lang="en-US" sz="3300" dirty="0"/>
              <a:t> Google Workspace: </a:t>
            </a:r>
            <a:r>
              <a:rPr lang="en-US" sz="3300" dirty="0" err="1"/>
              <a:t>muốn</a:t>
            </a:r>
            <a:r>
              <a:rPr lang="en-US" sz="3300" dirty="0"/>
              <a:t> </a:t>
            </a:r>
            <a:r>
              <a:rPr lang="en-US" sz="3300" dirty="0" err="1"/>
              <a:t>đưa</a:t>
            </a:r>
            <a:r>
              <a:rPr lang="en-US" sz="3300" dirty="0"/>
              <a:t> </a:t>
            </a:r>
            <a:r>
              <a:rPr lang="en-US" sz="3300" dirty="0" err="1"/>
              <a:t>thẳng</a:t>
            </a:r>
            <a:r>
              <a:rPr lang="en-US" sz="3300" dirty="0"/>
              <a:t> </a:t>
            </a:r>
            <a:r>
              <a:rPr lang="en-US" sz="3300" dirty="0" err="1"/>
              <a:t>nội</a:t>
            </a:r>
            <a:r>
              <a:rPr lang="en-US" sz="3300" dirty="0"/>
              <a:t> dung sang Docs/Gmail? </a:t>
            </a:r>
            <a:r>
              <a:rPr lang="en-US" sz="3300" dirty="0" err="1"/>
              <a:t>Một</a:t>
            </a:r>
            <a:r>
              <a:rPr lang="en-US" sz="3300" dirty="0"/>
              <a:t> </a:t>
            </a:r>
            <a:r>
              <a:rPr lang="en-US" sz="3300" dirty="0" err="1"/>
              <a:t>câu</a:t>
            </a:r>
            <a:r>
              <a:rPr lang="en-US" sz="3300" dirty="0"/>
              <a:t> </a:t>
            </a:r>
            <a:r>
              <a:rPr lang="en-US" sz="3300" dirty="0" err="1"/>
              <a:t>lệnh</a:t>
            </a:r>
            <a:r>
              <a:rPr lang="en-US" sz="3300" dirty="0"/>
              <a:t> </a:t>
            </a:r>
            <a:r>
              <a:rPr lang="en-US" sz="3300" dirty="0" err="1"/>
              <a:t>là</a:t>
            </a:r>
            <a:r>
              <a:rPr lang="en-US" sz="3300" dirty="0"/>
              <a:t> </a:t>
            </a:r>
            <a:r>
              <a:rPr lang="en-US" sz="3300" dirty="0" err="1"/>
              <a:t>xong</a:t>
            </a:r>
            <a:r>
              <a:rPr lang="en-US" sz="3300" dirty="0"/>
              <a:t>.</a:t>
            </a:r>
            <a:br>
              <a:rPr lang="en-US" sz="3300" dirty="0"/>
            </a:br>
            <a:r>
              <a:rPr lang="vi-VN" sz="3300" dirty="0"/>
              <a:t>-</a:t>
            </a:r>
            <a:r>
              <a:rPr lang="en-US" sz="3300" dirty="0" err="1"/>
              <a:t>Làm</a:t>
            </a:r>
            <a:r>
              <a:rPr lang="en-US" sz="3300" dirty="0"/>
              <a:t> </a:t>
            </a:r>
            <a:r>
              <a:rPr lang="en-US" sz="3300" dirty="0" err="1"/>
              <a:t>việc</a:t>
            </a:r>
            <a:r>
              <a:rPr lang="en-US" sz="3300" dirty="0"/>
              <a:t> </a:t>
            </a:r>
            <a:r>
              <a:rPr lang="en-US" sz="3300" dirty="0" err="1"/>
              <a:t>với</a:t>
            </a:r>
            <a:r>
              <a:rPr lang="en-US" sz="3300" dirty="0"/>
              <a:t> </a:t>
            </a:r>
            <a:r>
              <a:rPr lang="en-US" sz="3300" dirty="0" err="1"/>
              <a:t>dữ</a:t>
            </a:r>
            <a:r>
              <a:rPr lang="en-US" sz="3300" dirty="0"/>
              <a:t> </a:t>
            </a:r>
            <a:r>
              <a:rPr lang="en-US" sz="3300" dirty="0" err="1"/>
              <a:t>liệu</a:t>
            </a:r>
            <a:r>
              <a:rPr lang="en-US" sz="3300" dirty="0"/>
              <a:t> </a:t>
            </a:r>
            <a:r>
              <a:rPr lang="en-US" sz="3300" dirty="0" err="1"/>
              <a:t>lớn</a:t>
            </a:r>
            <a:r>
              <a:rPr lang="en-US" sz="3300" dirty="0"/>
              <a:t> </a:t>
            </a:r>
            <a:r>
              <a:rPr lang="en-US" sz="3300" dirty="0" err="1"/>
              <a:t>tốt</a:t>
            </a:r>
            <a:r>
              <a:rPr lang="en-US" sz="3300" dirty="0"/>
              <a:t> </a:t>
            </a:r>
            <a:r>
              <a:rPr lang="en-US" sz="3300" dirty="0" err="1"/>
              <a:t>hơn</a:t>
            </a:r>
            <a:r>
              <a:rPr lang="en-US" sz="3300" dirty="0"/>
              <a:t> </a:t>
            </a:r>
            <a:r>
              <a:rPr lang="en-US" sz="3300" dirty="0" err="1"/>
              <a:t>nhiều</a:t>
            </a:r>
            <a:r>
              <a:rPr lang="en-US" sz="3300" dirty="0"/>
              <a:t> </a:t>
            </a:r>
            <a:r>
              <a:rPr lang="en-US" sz="3300" dirty="0" err="1"/>
              <a:t>đối</a:t>
            </a:r>
            <a:r>
              <a:rPr lang="en-US" sz="3300" dirty="0"/>
              <a:t> </a:t>
            </a:r>
            <a:r>
              <a:rPr lang="en-US" sz="3300" dirty="0" err="1"/>
              <a:t>thủ</a:t>
            </a:r>
            <a:r>
              <a:rPr lang="en-US" sz="3300" dirty="0"/>
              <a:t>.</a:t>
            </a:r>
            <a:endParaRPr lang="vi-VN" sz="3300" dirty="0"/>
          </a:p>
          <a:p>
            <a:pPr marL="342900" indent="-342900">
              <a:lnSpc>
                <a:spcPct val="120000"/>
              </a:lnSpc>
              <a:buFont typeface="Arial" panose="020B0604020202020204" pitchFamily="34" charset="0"/>
              <a:buChar char="•"/>
            </a:pPr>
            <a:r>
              <a:rPr lang="en-US" sz="3300" dirty="0" err="1"/>
              <a:t>Nhược</a:t>
            </a:r>
            <a:r>
              <a:rPr lang="en-US" sz="3300" dirty="0"/>
              <a:t> </a:t>
            </a:r>
            <a:r>
              <a:rPr lang="en-US" sz="3300" dirty="0" err="1"/>
              <a:t>điểm</a:t>
            </a:r>
            <a:r>
              <a:rPr lang="en-US" sz="3300" dirty="0"/>
              <a:t>:</a:t>
            </a:r>
            <a:br>
              <a:rPr lang="en-US" sz="3300" dirty="0"/>
            </a:br>
            <a:r>
              <a:rPr lang="vi-VN" sz="3300" dirty="0"/>
              <a:t>-</a:t>
            </a:r>
            <a:r>
              <a:rPr lang="en-US" sz="3300" dirty="0"/>
              <a:t>Khi </a:t>
            </a:r>
            <a:r>
              <a:rPr lang="en-US" sz="3300" dirty="0" err="1"/>
              <a:t>viết</a:t>
            </a:r>
            <a:r>
              <a:rPr lang="en-US" sz="3300" dirty="0"/>
              <a:t> </a:t>
            </a:r>
            <a:r>
              <a:rPr lang="en-US" sz="3300" dirty="0" err="1"/>
              <a:t>văn</a:t>
            </a:r>
            <a:r>
              <a:rPr lang="en-US" sz="3300" dirty="0"/>
              <a:t> </a:t>
            </a:r>
            <a:r>
              <a:rPr lang="en-US" sz="3300" dirty="0" err="1"/>
              <a:t>hoặc</a:t>
            </a:r>
            <a:r>
              <a:rPr lang="en-US" sz="3300" dirty="0"/>
              <a:t> </a:t>
            </a:r>
            <a:r>
              <a:rPr lang="en-US" sz="3300" dirty="0" err="1"/>
              <a:t>sáng</a:t>
            </a:r>
            <a:r>
              <a:rPr lang="en-US" sz="3300" dirty="0"/>
              <a:t> </a:t>
            </a:r>
            <a:r>
              <a:rPr lang="en-US" sz="3300" dirty="0" err="1"/>
              <a:t>tạo</a:t>
            </a:r>
            <a:r>
              <a:rPr lang="en-US" sz="3300" dirty="0"/>
              <a:t> </a:t>
            </a:r>
            <a:r>
              <a:rPr lang="en-US" sz="3300" dirty="0" err="1"/>
              <a:t>nghệ</a:t>
            </a:r>
            <a:r>
              <a:rPr lang="en-US" sz="3300" dirty="0"/>
              <a:t> </a:t>
            </a:r>
            <a:r>
              <a:rPr lang="en-US" sz="3300" dirty="0" err="1"/>
              <a:t>thuật</a:t>
            </a:r>
            <a:r>
              <a:rPr lang="en-US" sz="3300" dirty="0"/>
              <a:t>, </a:t>
            </a:r>
            <a:r>
              <a:rPr lang="en-US" sz="3300" dirty="0" err="1"/>
              <a:t>đôi</a:t>
            </a:r>
            <a:r>
              <a:rPr lang="en-US" sz="3300" dirty="0"/>
              <a:t> </a:t>
            </a:r>
            <a:r>
              <a:rPr lang="en-US" sz="3300" dirty="0" err="1"/>
              <a:t>khi</a:t>
            </a:r>
            <a:r>
              <a:rPr lang="en-US" sz="3300" dirty="0"/>
              <a:t> </a:t>
            </a:r>
            <a:r>
              <a:rPr lang="en-US" sz="3300" dirty="0" err="1"/>
              <a:t>nghe</a:t>
            </a:r>
            <a:r>
              <a:rPr lang="en-US" sz="3300" dirty="0"/>
              <a:t> </a:t>
            </a:r>
            <a:r>
              <a:rPr lang="en-US" sz="3300" dirty="0" err="1"/>
              <a:t>hơi</a:t>
            </a:r>
            <a:r>
              <a:rPr lang="en-US" sz="3300" dirty="0"/>
              <a:t>… “</a:t>
            </a:r>
            <a:r>
              <a:rPr lang="en-US" sz="3300" dirty="0" err="1"/>
              <a:t>máy</a:t>
            </a:r>
            <a:r>
              <a:rPr lang="en-US" sz="3300" dirty="0"/>
              <a:t>”.</a:t>
            </a:r>
            <a:br>
              <a:rPr lang="en-US" sz="3300" dirty="0"/>
            </a:br>
            <a:r>
              <a:rPr lang="vi-VN" sz="3300" dirty="0"/>
              <a:t>-</a:t>
            </a:r>
            <a:r>
              <a:rPr lang="en-US" sz="3300" dirty="0" err="1"/>
              <a:t>Một</a:t>
            </a:r>
            <a:r>
              <a:rPr lang="en-US" sz="3300" dirty="0"/>
              <a:t> </a:t>
            </a:r>
            <a:r>
              <a:rPr lang="en-US" sz="3300" dirty="0" err="1"/>
              <a:t>số</a:t>
            </a:r>
            <a:r>
              <a:rPr lang="en-US" sz="3300" dirty="0"/>
              <a:t> </a:t>
            </a:r>
            <a:r>
              <a:rPr lang="en-US" sz="3300" dirty="0" err="1"/>
              <a:t>tác</a:t>
            </a:r>
            <a:r>
              <a:rPr lang="en-US" sz="3300" dirty="0"/>
              <a:t> </a:t>
            </a:r>
            <a:r>
              <a:rPr lang="en-US" sz="3300" dirty="0" err="1"/>
              <a:t>vụ</a:t>
            </a:r>
            <a:r>
              <a:rPr lang="en-US" sz="3300" dirty="0"/>
              <a:t> </a:t>
            </a:r>
            <a:r>
              <a:rPr lang="en-US" sz="3300" dirty="0" err="1"/>
              <a:t>lập</a:t>
            </a:r>
            <a:r>
              <a:rPr lang="en-US" sz="3300" dirty="0"/>
              <a:t> </a:t>
            </a:r>
            <a:r>
              <a:rPr lang="en-US" sz="3300" dirty="0" err="1"/>
              <a:t>trình</a:t>
            </a:r>
            <a:r>
              <a:rPr lang="en-US" sz="3300" dirty="0"/>
              <a:t> </a:t>
            </a:r>
            <a:r>
              <a:rPr lang="en-US" sz="3300" dirty="0" err="1"/>
              <a:t>phức</a:t>
            </a:r>
            <a:r>
              <a:rPr lang="en-US" sz="3300" dirty="0"/>
              <a:t> </a:t>
            </a:r>
            <a:r>
              <a:rPr lang="en-US" sz="3300" dirty="0" err="1"/>
              <a:t>tạp</a:t>
            </a:r>
            <a:r>
              <a:rPr lang="en-US" sz="3300" dirty="0"/>
              <a:t> </a:t>
            </a:r>
            <a:r>
              <a:rPr lang="en-US" sz="3300" dirty="0" err="1"/>
              <a:t>vẫn</a:t>
            </a:r>
            <a:r>
              <a:rPr lang="en-US" sz="3300" dirty="0"/>
              <a:t> </a:t>
            </a:r>
            <a:r>
              <a:rPr lang="en-US" sz="3300" dirty="0" err="1"/>
              <a:t>kém</a:t>
            </a:r>
            <a:r>
              <a:rPr lang="en-US" sz="3300" dirty="0"/>
              <a:t> GPT-4 </a:t>
            </a:r>
            <a:r>
              <a:rPr lang="en-US" sz="3300" dirty="0" err="1"/>
              <a:t>đôi</a:t>
            </a:r>
            <a:r>
              <a:rPr lang="en-US" sz="3300" dirty="0"/>
              <a:t> </a:t>
            </a:r>
            <a:r>
              <a:rPr lang="en-US" sz="3300" dirty="0" err="1"/>
              <a:t>chút</a:t>
            </a:r>
            <a:r>
              <a:rPr lang="en-US" sz="3300" dirty="0"/>
              <a:t>.</a:t>
            </a:r>
          </a:p>
          <a:p>
            <a:endParaRPr lang="en-US" dirty="0"/>
          </a:p>
        </p:txBody>
      </p:sp>
      <p:pic>
        <p:nvPicPr>
          <p:cNvPr id="3074" name="Picture 2" descr="Google Bard 'thay tên đổi họ' thành Gemini: Cuộc chiến AI sắp nổ ra?">
            <a:extLst>
              <a:ext uri="{FF2B5EF4-FFF2-40B4-BE49-F238E27FC236}">
                <a16:creationId xmlns:a16="http://schemas.microsoft.com/office/drawing/2014/main" id="{0919F6F8-F4B7-8D27-DA80-8DB91B8547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37350" y="3209261"/>
            <a:ext cx="4535930" cy="2551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5571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074"/>
                                        </p:tgtEl>
                                        <p:attrNameLst>
                                          <p:attrName>style.visibility</p:attrName>
                                        </p:attrNameLst>
                                      </p:cBhvr>
                                      <p:to>
                                        <p:strVal val="visible"/>
                                      </p:to>
                                    </p:set>
                                    <p:animEffect transition="in" filter="fade">
                                      <p:cBhvr>
                                        <p:cTn id="22" dur="1000"/>
                                        <p:tgtEl>
                                          <p:spTgt spid="3074"/>
                                        </p:tgtEl>
                                      </p:cBhvr>
                                    </p:animEffect>
                                    <p:anim calcmode="lin" valueType="num">
                                      <p:cBhvr>
                                        <p:cTn id="23" dur="1000" fill="hold"/>
                                        <p:tgtEl>
                                          <p:spTgt spid="3074"/>
                                        </p:tgtEl>
                                        <p:attrNameLst>
                                          <p:attrName>ppt_x</p:attrName>
                                        </p:attrNameLst>
                                      </p:cBhvr>
                                      <p:tavLst>
                                        <p:tav tm="0">
                                          <p:val>
                                            <p:strVal val="#ppt_x"/>
                                          </p:val>
                                        </p:tav>
                                        <p:tav tm="100000">
                                          <p:val>
                                            <p:strVal val="#ppt_x"/>
                                          </p:val>
                                        </p:tav>
                                      </p:tavLst>
                                    </p:anim>
                                    <p:anim calcmode="lin" valueType="num">
                                      <p:cBhvr>
                                        <p:cTn id="24"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E0878964-A5CF-EC6F-ED6C-0E58C074D75D}"/>
              </a:ext>
            </a:extLst>
          </p:cNvPr>
          <p:cNvSpPr>
            <a:spLocks noGrp="1"/>
          </p:cNvSpPr>
          <p:nvPr>
            <p:ph type="ctrTitle"/>
          </p:nvPr>
        </p:nvSpPr>
        <p:spPr/>
        <p:txBody>
          <a:bodyPr/>
          <a:lstStyle/>
          <a:p>
            <a:r>
              <a:rPr lang="vi-VN" i="1" dirty="0"/>
              <a:t>3. </a:t>
            </a:r>
            <a:r>
              <a:rPr lang="en-US" dirty="0"/>
              <a:t>Microsoft Copilot</a:t>
            </a:r>
          </a:p>
        </p:txBody>
      </p:sp>
      <p:sp>
        <p:nvSpPr>
          <p:cNvPr id="6" name="Tiêu đề phụ 5">
            <a:extLst>
              <a:ext uri="{FF2B5EF4-FFF2-40B4-BE49-F238E27FC236}">
                <a16:creationId xmlns:a16="http://schemas.microsoft.com/office/drawing/2014/main" id="{BECB12B3-F1E6-796C-DBFB-2200A87DEBF5}"/>
              </a:ext>
            </a:extLst>
          </p:cNvPr>
          <p:cNvSpPr>
            <a:spLocks noGrp="1"/>
          </p:cNvSpPr>
          <p:nvPr>
            <p:ph type="subTitle" idx="1"/>
          </p:nvPr>
        </p:nvSpPr>
        <p:spPr>
          <a:xfrm>
            <a:off x="5488328" y="2124917"/>
            <a:ext cx="6078583" cy="4341197"/>
          </a:xfrm>
        </p:spPr>
        <p:txBody>
          <a:bodyPr/>
          <a:lstStyle/>
          <a:p>
            <a:pPr marL="285750" indent="-285750">
              <a:buFont typeface="Arial" panose="020B0604020202020204" pitchFamily="34" charset="0"/>
              <a:buChar char="•"/>
            </a:pPr>
            <a:r>
              <a:rPr lang="vi-VN" sz="2000" dirty="0">
                <a:solidFill>
                  <a:schemeClr val="tx1"/>
                </a:solidFill>
              </a:rPr>
              <a:t>Tính năng: </a:t>
            </a:r>
            <a:r>
              <a:rPr lang="vi-VN" sz="1800" dirty="0">
                <a:solidFill>
                  <a:schemeClr val="tx1"/>
                </a:solidFill>
              </a:rPr>
              <a:t>Tìm kiếm </a:t>
            </a:r>
            <a:r>
              <a:rPr lang="vi-VN" sz="1800" dirty="0" err="1">
                <a:solidFill>
                  <a:schemeClr val="tx1"/>
                </a:solidFill>
              </a:rPr>
              <a:t>web</a:t>
            </a:r>
            <a:r>
              <a:rPr lang="vi-VN" sz="1800" dirty="0">
                <a:solidFill>
                  <a:schemeClr val="tx1"/>
                </a:solidFill>
              </a:rPr>
              <a:t>, tạo ảnh bằng DALL-E 3 (miễn phí!), tóm tắt trang </a:t>
            </a:r>
            <a:r>
              <a:rPr lang="vi-VN" sz="1800" dirty="0" err="1">
                <a:solidFill>
                  <a:schemeClr val="tx1"/>
                </a:solidFill>
              </a:rPr>
              <a:t>web</a:t>
            </a:r>
            <a:r>
              <a:rPr lang="vi-VN" sz="1800" dirty="0">
                <a:solidFill>
                  <a:schemeClr val="tx1"/>
                </a:solidFill>
              </a:rPr>
              <a:t> ngay trong </a:t>
            </a:r>
            <a:r>
              <a:rPr lang="vi-VN" sz="1800" dirty="0" err="1">
                <a:solidFill>
                  <a:schemeClr val="tx1"/>
                </a:solidFill>
              </a:rPr>
              <a:t>Edge</a:t>
            </a:r>
            <a:r>
              <a:rPr lang="vi-VN" sz="1800" dirty="0">
                <a:solidFill>
                  <a:schemeClr val="tx1"/>
                </a:solidFill>
              </a:rPr>
              <a:t>.</a:t>
            </a:r>
          </a:p>
          <a:p>
            <a:pPr marL="285750" indent="-285750">
              <a:buFont typeface="Arial" panose="020B0604020202020204" pitchFamily="34" charset="0"/>
              <a:buChar char="•"/>
            </a:pPr>
            <a:r>
              <a:rPr lang="vi-VN" sz="2000" dirty="0">
                <a:solidFill>
                  <a:schemeClr val="tx1"/>
                </a:solidFill>
              </a:rPr>
              <a:t>Ưu điểm:</a:t>
            </a:r>
          </a:p>
          <a:p>
            <a:pPr lvl="1" algn="l"/>
            <a:r>
              <a:rPr lang="vi-VN" dirty="0">
                <a:solidFill>
                  <a:schemeClr val="tx1"/>
                </a:solidFill>
              </a:rPr>
              <a:t>-Dùng GPT-4 miễn phí và còn được tạo ảnh thoải mái.</a:t>
            </a:r>
          </a:p>
          <a:p>
            <a:pPr lvl="1" algn="l"/>
            <a:r>
              <a:rPr lang="vi-VN" dirty="0">
                <a:solidFill>
                  <a:schemeClr val="tx1"/>
                </a:solidFill>
              </a:rPr>
              <a:t>-Luôn trích nguồn rõ ràng—rất hợp cho ai thích kiểm chứng thông tin.</a:t>
            </a:r>
          </a:p>
          <a:p>
            <a:pPr marL="285750" indent="-285750">
              <a:buFont typeface="Arial" panose="020B0604020202020204" pitchFamily="34" charset="0"/>
              <a:buChar char="•"/>
            </a:pPr>
            <a:r>
              <a:rPr lang="vi-VN" sz="2000" dirty="0">
                <a:solidFill>
                  <a:schemeClr val="tx1"/>
                </a:solidFill>
              </a:rPr>
              <a:t>Nhược điểm:</a:t>
            </a:r>
          </a:p>
          <a:p>
            <a:pPr lvl="1" algn="l"/>
            <a:r>
              <a:rPr lang="vi-VN" dirty="0">
                <a:solidFill>
                  <a:schemeClr val="tx1"/>
                </a:solidFill>
              </a:rPr>
              <a:t>-Giao diện đôi khi hơi rối, lại thêm quảng cáo khiến người dùng mất hứng.</a:t>
            </a:r>
          </a:p>
          <a:p>
            <a:pPr lvl="1" algn="l"/>
            <a:r>
              <a:rPr lang="vi-VN" dirty="0">
                <a:solidFill>
                  <a:schemeClr val="tx1"/>
                </a:solidFill>
              </a:rPr>
              <a:t>-Giới hạn số lượt trò chuyện.</a:t>
            </a:r>
          </a:p>
        </p:txBody>
      </p:sp>
      <p:pic>
        <p:nvPicPr>
          <p:cNvPr id="4098" name="Picture 2" descr="Using Microsoft Copilot in Education | Center for Innovative Teaching and  Learning | Northern Illinois University">
            <a:extLst>
              <a:ext uri="{FF2B5EF4-FFF2-40B4-BE49-F238E27FC236}">
                <a16:creationId xmlns:a16="http://schemas.microsoft.com/office/drawing/2014/main" id="{3D9B518C-8044-F1BE-CE9E-0810184A98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 y="1123406"/>
            <a:ext cx="4390054" cy="1928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2690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ipe(down)">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fade">
                                      <p:cBhvr>
                                        <p:cTn id="23" dur="500"/>
                                        <p:tgtEl>
                                          <p:spTgt spid="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xEl>
                                              <p:pRg st="4" end="4"/>
                                            </p:txEl>
                                          </p:spTgt>
                                        </p:tgtEl>
                                        <p:attrNameLst>
                                          <p:attrName>style.visibility</p:attrName>
                                        </p:attrNameLst>
                                      </p:cBhvr>
                                      <p:to>
                                        <p:strVal val="visible"/>
                                      </p:to>
                                    </p:set>
                                    <p:animEffect transition="in" filter="fade">
                                      <p:cBhvr>
                                        <p:cTn id="28" dur="500"/>
                                        <p:tgtEl>
                                          <p:spTgt spid="6">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Effect transition="in" filter="fade">
                                      <p:cBhvr>
                                        <p:cTn id="31" dur="500"/>
                                        <p:tgtEl>
                                          <p:spTgt spid="6">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animEffect transition="in" filter="fade">
                                      <p:cBhvr>
                                        <p:cTn id="34"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Bảng 2">
            <a:extLst>
              <a:ext uri="{FF2B5EF4-FFF2-40B4-BE49-F238E27FC236}">
                <a16:creationId xmlns:a16="http://schemas.microsoft.com/office/drawing/2014/main" id="{807B5DB6-CAC9-7E3D-A765-E95F63C0AB15}"/>
              </a:ext>
            </a:extLst>
          </p:cNvPr>
          <p:cNvGraphicFramePr>
            <a:graphicFrameLocks noGrp="1"/>
          </p:cNvGraphicFramePr>
          <p:nvPr>
            <p:extLst>
              <p:ext uri="{D42A27DB-BD31-4B8C-83A1-F6EECF244321}">
                <p14:modId xmlns:p14="http://schemas.microsoft.com/office/powerpoint/2010/main" val="1657288329"/>
              </p:ext>
            </p:extLst>
          </p:nvPr>
        </p:nvGraphicFramePr>
        <p:xfrm>
          <a:off x="178526" y="591987"/>
          <a:ext cx="11834948" cy="6138695"/>
        </p:xfrm>
        <a:graphic>
          <a:graphicData uri="http://schemas.openxmlformats.org/drawingml/2006/table">
            <a:tbl>
              <a:tblPr firstRow="1" bandRow="1">
                <a:tableStyleId>{F5AB1C69-6EDB-4FF4-983F-18BD219EF322}</a:tableStyleId>
              </a:tblPr>
              <a:tblGrid>
                <a:gridCol w="2958737">
                  <a:extLst>
                    <a:ext uri="{9D8B030D-6E8A-4147-A177-3AD203B41FA5}">
                      <a16:colId xmlns:a16="http://schemas.microsoft.com/office/drawing/2014/main" val="1721429531"/>
                    </a:ext>
                  </a:extLst>
                </a:gridCol>
                <a:gridCol w="2958737">
                  <a:extLst>
                    <a:ext uri="{9D8B030D-6E8A-4147-A177-3AD203B41FA5}">
                      <a16:colId xmlns:a16="http://schemas.microsoft.com/office/drawing/2014/main" val="3422328738"/>
                    </a:ext>
                  </a:extLst>
                </a:gridCol>
                <a:gridCol w="2958737">
                  <a:extLst>
                    <a:ext uri="{9D8B030D-6E8A-4147-A177-3AD203B41FA5}">
                      <a16:colId xmlns:a16="http://schemas.microsoft.com/office/drawing/2014/main" val="508663768"/>
                    </a:ext>
                  </a:extLst>
                </a:gridCol>
                <a:gridCol w="2958737">
                  <a:extLst>
                    <a:ext uri="{9D8B030D-6E8A-4147-A177-3AD203B41FA5}">
                      <a16:colId xmlns:a16="http://schemas.microsoft.com/office/drawing/2014/main" val="4224566482"/>
                    </a:ext>
                  </a:extLst>
                </a:gridCol>
              </a:tblGrid>
              <a:tr h="367564">
                <a:tc>
                  <a:txBody>
                    <a:bodyPr/>
                    <a:lstStyle/>
                    <a:p>
                      <a:pPr algn="ctr"/>
                      <a:r>
                        <a:rPr lang="en-US" dirty="0" err="1"/>
                        <a:t>Tiêu</a:t>
                      </a:r>
                      <a:r>
                        <a:rPr lang="en-US" dirty="0"/>
                        <a:t> </a:t>
                      </a:r>
                      <a:r>
                        <a:rPr lang="en-US" dirty="0" err="1"/>
                        <a:t>chí</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kern="1200" dirty="0">
                          <a:solidFill>
                            <a:schemeClr val="lt1"/>
                          </a:solidFill>
                          <a:effectLst/>
                          <a:latin typeface="+mn-lt"/>
                          <a:ea typeface="+mn-ea"/>
                          <a:cs typeface="+mn-cs"/>
                        </a:rPr>
                        <a:t>ChatGPT (OpenAI)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kern="1200" dirty="0">
                          <a:solidFill>
                            <a:schemeClr val="lt1"/>
                          </a:solidFill>
                          <a:effectLst/>
                          <a:latin typeface="+mn-lt"/>
                          <a:ea typeface="+mn-ea"/>
                          <a:cs typeface="+mn-cs"/>
                        </a:rPr>
                        <a:t>Google Gemini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kern="1200" dirty="0">
                          <a:solidFill>
                            <a:schemeClr val="lt1"/>
                          </a:solidFill>
                          <a:effectLst/>
                          <a:latin typeface="+mn-lt"/>
                          <a:ea typeface="+mn-ea"/>
                          <a:cs typeface="+mn-cs"/>
                        </a:rPr>
                        <a:t>Microsoft Copilot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566303"/>
                  </a:ext>
                </a:extLst>
              </a:tr>
              <a:tr h="565322">
                <a:tc>
                  <a:txBody>
                    <a:bodyPr/>
                    <a:lstStyle/>
                    <a:p>
                      <a:pPr algn="ctr">
                        <a:lnSpc>
                          <a:spcPct val="150000"/>
                        </a:lnSpc>
                        <a:spcAft>
                          <a:spcPts val="800"/>
                        </a:spcAft>
                        <a:buNone/>
                      </a:pP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Phiên</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bản</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nổi</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bật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GPT‑4o (đa phương thức: văn bản, hình ảnh, giọng nói)</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Gemini 1.5 Pro / Flash (đa phương thức, context lớn)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Tích</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hợp</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GPT‑4 + DALL‑E 3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miễn</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phí</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tạo</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ảnh</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930517"/>
                  </a:ext>
                </a:extLst>
              </a:tr>
              <a:tr h="1461260">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Điểm mạnh chính</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dirty="0">
                          <a:effectLst/>
                          <a:latin typeface="Times New Roman" panose="02020603050405020304" pitchFamily="18" charset="0"/>
                          <a:ea typeface="Calibri" panose="020F0502020204030204" pitchFamily="34" charset="0"/>
                          <a:cs typeface="Arial" panose="020B0604020202020204" pitchFamily="34" charset="0"/>
                        </a:rPr>
                        <a:t>- Suy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luận</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logic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tốt</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hội</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thoại</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tự</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nhiên</a:t>
                      </a:r>
                      <a:br>
                        <a:rPr lang="en-US" sz="1300" kern="100" dirty="0">
                          <a:effectLst/>
                          <a:latin typeface="Times New Roman" panose="02020603050405020304" pitchFamily="18" charset="0"/>
                          <a:ea typeface="Calibri" panose="020F0502020204030204" pitchFamily="34" charset="0"/>
                          <a:cs typeface="Arial" panose="020B0604020202020204" pitchFamily="34" charset="0"/>
                        </a:rPr>
                      </a:b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Viết</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nội</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dung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sáng</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tạo</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hỗ</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trợ</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code</a:t>
                      </a:r>
                      <a:br>
                        <a:rPr lang="en-US" sz="1300" kern="100" dirty="0">
                          <a:effectLst/>
                          <a:latin typeface="Times New Roman" panose="02020603050405020304" pitchFamily="18" charset="0"/>
                          <a:ea typeface="Calibri" panose="020F0502020204030204" pitchFamily="34" charset="0"/>
                          <a:cs typeface="Arial" panose="020B0604020202020204" pitchFamily="34" charset="0"/>
                        </a:rPr>
                      </a:br>
                      <a:r>
                        <a:rPr lang="en-US" sz="1300" kern="100" dirty="0">
                          <a:effectLst/>
                          <a:latin typeface="Times New Roman" panose="02020603050405020304" pitchFamily="18" charset="0"/>
                          <a:ea typeface="Calibri" panose="020F0502020204030204" pitchFamily="34" charset="0"/>
                          <a:cs typeface="Arial" panose="020B0604020202020204" pitchFamily="34" charset="0"/>
                        </a:rPr>
                        <a:t>- Custom GPTs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cho</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nhu</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cầu</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riêng</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Tích hợp sâu Google Workspace</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Xử lý dữ liệu lớn, tìm kiếm thời gian thực</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Context window cực lớn (hàng triệu token)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Tích hợp chặt với Microsoft 365 (Word, Excel, PowerPoint)</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Tạo ảnh trực tiếp bằng DALL‑E 3</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Trích dẫn nguồn rõ ràng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0287611"/>
                  </a:ext>
                </a:extLst>
              </a:tr>
              <a:tr h="1162614">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Điểm yếu chính</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Bản miễn phí hạn chế tính năng</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Đôi lúc ‘bịa’ thông tin nếu không kiểm chứng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Văn phong đôi khi hơi ‘máy’ khi sáng tạo</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Một số tác vụ lập trình phức tạp chưa bằng GPT‑4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Giao diện đôi khi rối, có quảng cáo</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Giới hạn số lượt chat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602293"/>
                  </a:ext>
                </a:extLst>
              </a:tr>
              <a:tr h="587323">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Khả năng tích hợp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Plugin, API mở rộng</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Hỗ trợ đa nền tảng</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Google Docs, Gmail, Sheets, Android</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Tìm kiếm trực tiếp từ Google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Microsoft 365, Windows, Edge</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Tích hợp Teams cho họp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5697804"/>
                  </a:ext>
                </a:extLst>
              </a:tr>
              <a:tr h="863968">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Ứng dụng nổi bật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Viết bài, kịch bản, email</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Gỡ lỗi code</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Tạo nội dung sáng tạo</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Tóm tắt tài liệu lớn</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Phân tích dữ liệu</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Tìm kiếm thông tin mới</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 Soạn email, tạo slide</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Tóm tắt văn bản</a:t>
                      </a:r>
                      <a:br>
                        <a:rPr lang="en-US" sz="1300" kern="100">
                          <a:effectLst/>
                          <a:latin typeface="Times New Roman" panose="02020603050405020304" pitchFamily="18" charset="0"/>
                          <a:ea typeface="Calibri" panose="020F0502020204030204" pitchFamily="34" charset="0"/>
                          <a:cs typeface="Arial" panose="020B0604020202020204" pitchFamily="34" charset="0"/>
                        </a:rPr>
                      </a:br>
                      <a:r>
                        <a:rPr lang="en-US" sz="1300" kern="100">
                          <a:effectLst/>
                          <a:latin typeface="Times New Roman" panose="02020603050405020304" pitchFamily="18" charset="0"/>
                          <a:ea typeface="Calibri" panose="020F0502020204030204" pitchFamily="34" charset="0"/>
                          <a:cs typeface="Arial" panose="020B0604020202020204" pitchFamily="34" charset="0"/>
                        </a:rPr>
                        <a:t>- Tạo hình ảnh minh họa</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71329"/>
                  </a:ext>
                </a:extLst>
              </a:tr>
              <a:tr h="565322">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Chi phí</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Miễn phí (GPT‑3.5), trả phí GPT‑4o Plus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Miễn phí cơ bản, trả phí Gemini Advanced</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Miễn phí trong Microsoft 365, bản Pro cho doanh nghiệp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5237929"/>
                  </a:ext>
                </a:extLst>
              </a:tr>
              <a:tr h="565322">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Đối tượng phù hợp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Sinh viên, nhà sáng tạo nội dung, lập trình viên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a:effectLst/>
                          <a:latin typeface="Times New Roman" panose="02020603050405020304" pitchFamily="18" charset="0"/>
                          <a:ea typeface="Calibri" panose="020F0502020204030204" pitchFamily="34" charset="0"/>
                          <a:cs typeface="Arial" panose="020B0604020202020204" pitchFamily="34" charset="0"/>
                        </a:rPr>
                        <a:t>Người dùng hệ sinh thái Google, phân tích dữ liệu</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buNone/>
                      </a:pP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Dân</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văn</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phòng</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doanh</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nghiệp</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a:t>
                      </a:r>
                      <a:r>
                        <a:rPr lang="en-US" sz="1300" kern="100" dirty="0" err="1">
                          <a:effectLst/>
                          <a:latin typeface="Times New Roman" panose="02020603050405020304" pitchFamily="18" charset="0"/>
                          <a:ea typeface="Calibri" panose="020F0502020204030204" pitchFamily="34" charset="0"/>
                          <a:cs typeface="Arial" panose="020B0604020202020204" pitchFamily="34" charset="0"/>
                        </a:rPr>
                        <a:t>dùng</a:t>
                      </a:r>
                      <a:r>
                        <a:rPr lang="en-US" sz="1300" kern="100" dirty="0">
                          <a:effectLst/>
                          <a:latin typeface="Times New Roman" panose="02020603050405020304" pitchFamily="18" charset="0"/>
                          <a:ea typeface="Calibri" panose="020F0502020204030204" pitchFamily="34" charset="0"/>
                          <a:cs typeface="Arial" panose="020B0604020202020204" pitchFamily="34" charset="0"/>
                        </a:rPr>
                        <a:t> Microsoft 365</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2190498"/>
                  </a:ext>
                </a:extLst>
              </a:tr>
            </a:tbl>
          </a:graphicData>
        </a:graphic>
      </p:graphicFrame>
      <p:sp>
        <p:nvSpPr>
          <p:cNvPr id="2" name="Title 1">
            <a:extLst>
              <a:ext uri="{FF2B5EF4-FFF2-40B4-BE49-F238E27FC236}">
                <a16:creationId xmlns:a16="http://schemas.microsoft.com/office/drawing/2014/main" id="{D1875F75-193E-9762-9651-A4506425144F}"/>
              </a:ext>
            </a:extLst>
          </p:cNvPr>
          <p:cNvSpPr txBox="1">
            <a:spLocks/>
          </p:cNvSpPr>
          <p:nvPr/>
        </p:nvSpPr>
        <p:spPr>
          <a:xfrm>
            <a:off x="3636978" y="127318"/>
            <a:ext cx="4305239" cy="369071"/>
          </a:xfrm>
          <a:prstGeom prst="rect">
            <a:avLst/>
          </a:prstGeom>
        </p:spPr>
        <p:txBody>
          <a:bodyPr/>
          <a:lstStyle>
            <a:lvl1pPr algn="l" defTabSz="914400" rtl="0" eaLnBrk="1" latinLnBrk="0" hangingPunct="1">
              <a:lnSpc>
                <a:spcPct val="90000"/>
              </a:lnSpc>
              <a:spcBef>
                <a:spcPct val="0"/>
              </a:spcBef>
              <a:buNone/>
              <a:defRPr sz="4400" b="0" i="0" kern="1200">
                <a:solidFill>
                  <a:schemeClr val="tx1"/>
                </a:solidFill>
                <a:latin typeface="K2D" panose="00000500000000000000" pitchFamily="2" charset="-34"/>
                <a:ea typeface="+mj-ea"/>
                <a:cs typeface="+mj-cs"/>
              </a:defRPr>
            </a:lvl1pPr>
          </a:lstStyle>
          <a:p>
            <a:r>
              <a:rPr lang="en-US" sz="2400" b="1" cap="all" dirty="0"/>
              <a:t>BẢNG SO SÁNH TỔNG QUAN</a:t>
            </a:r>
            <a:r>
              <a:rPr lang="vi-VN" sz="2400" dirty="0"/>
              <a:t> </a:t>
            </a:r>
            <a:endParaRPr lang="en-US" sz="2400" dirty="0"/>
          </a:p>
        </p:txBody>
      </p:sp>
    </p:spTree>
    <p:extLst>
      <p:ext uri="{BB962C8B-B14F-4D97-AF65-F5344CB8AC3E}">
        <p14:creationId xmlns:p14="http://schemas.microsoft.com/office/powerpoint/2010/main" val="32028251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ộp Văn bản 1">
            <a:extLst>
              <a:ext uri="{FF2B5EF4-FFF2-40B4-BE49-F238E27FC236}">
                <a16:creationId xmlns:a16="http://schemas.microsoft.com/office/drawing/2014/main" id="{9E7F6D49-9CEE-8E67-EFCE-5E3767D381D1}"/>
              </a:ext>
            </a:extLst>
          </p:cNvPr>
          <p:cNvSpPr txBox="1"/>
          <p:nvPr/>
        </p:nvSpPr>
        <p:spPr>
          <a:xfrm>
            <a:off x="1580606" y="966651"/>
            <a:ext cx="8660674" cy="707886"/>
          </a:xfrm>
          <a:prstGeom prst="rect">
            <a:avLst/>
          </a:prstGeom>
          <a:noFill/>
        </p:spPr>
        <p:txBody>
          <a:bodyPr wrap="square" rtlCol="0">
            <a:spAutoFit/>
          </a:bodyPr>
          <a:lstStyle/>
          <a:p>
            <a:r>
              <a:rPr lang="vi-VN" sz="4000" dirty="0" err="1"/>
              <a:t>Video</a:t>
            </a:r>
            <a:endParaRPr lang="en-US" sz="4000" dirty="0"/>
          </a:p>
        </p:txBody>
      </p:sp>
    </p:spTree>
    <p:extLst>
      <p:ext uri="{BB962C8B-B14F-4D97-AF65-F5344CB8AC3E}">
        <p14:creationId xmlns:p14="http://schemas.microsoft.com/office/powerpoint/2010/main" val="1777406598"/>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7981F-8DDB-4942-9095-1A301A93096A}"/>
              </a:ext>
            </a:extLst>
          </p:cNvPr>
          <p:cNvSpPr>
            <a:spLocks noGrp="1"/>
          </p:cNvSpPr>
          <p:nvPr>
            <p:ph type="ctrTitle"/>
          </p:nvPr>
        </p:nvSpPr>
        <p:spPr>
          <a:xfrm>
            <a:off x="1286813" y="1773237"/>
            <a:ext cx="10748433" cy="1655762"/>
          </a:xfrm>
        </p:spPr>
        <p:txBody>
          <a:bodyPr/>
          <a:lstStyle/>
          <a:p>
            <a:r>
              <a:rPr lang="en-US" dirty="0"/>
              <a:t>CÁM ƠN</a:t>
            </a:r>
            <a:r>
              <a:rPr lang="vi-VN" dirty="0"/>
              <a:t> THẦY VÀ CÁC BẠN ĐÃ LẮNG NGHE</a:t>
            </a:r>
            <a:endParaRPr lang="en-US" dirty="0"/>
          </a:p>
        </p:txBody>
      </p:sp>
      <p:sp>
        <p:nvSpPr>
          <p:cNvPr id="3" name="Subtitle 2">
            <a:extLst>
              <a:ext uri="{FF2B5EF4-FFF2-40B4-BE49-F238E27FC236}">
                <a16:creationId xmlns:a16="http://schemas.microsoft.com/office/drawing/2014/main" id="{E3DE8CBC-CC0F-41DD-9762-03FD26D3B012}"/>
              </a:ext>
            </a:extLst>
          </p:cNvPr>
          <p:cNvSpPr>
            <a:spLocks noGrp="1"/>
          </p:cNvSpPr>
          <p:nvPr>
            <p:ph type="subTitle" idx="1"/>
          </p:nvPr>
        </p:nvSpPr>
        <p:spPr/>
        <p:txBody>
          <a:bodyPr/>
          <a:lstStyle/>
          <a:p>
            <a:r>
              <a:rPr lang="en-US" dirty="0"/>
              <a:t>Thank you</a:t>
            </a:r>
            <a:r>
              <a:rPr lang="vi-VN" dirty="0"/>
              <a:t> </a:t>
            </a:r>
            <a:r>
              <a:rPr lang="vi-VN" dirty="0" err="1"/>
              <a:t>for</a:t>
            </a:r>
            <a:r>
              <a:rPr lang="vi-VN" dirty="0"/>
              <a:t> </a:t>
            </a:r>
            <a:r>
              <a:rPr lang="vi-VN" dirty="0" err="1"/>
              <a:t>listening</a:t>
            </a:r>
            <a:r>
              <a:rPr lang="vi-VN" dirty="0"/>
              <a:t>.</a:t>
            </a:r>
            <a:endParaRPr lang="en-US" dirty="0"/>
          </a:p>
        </p:txBody>
      </p:sp>
    </p:spTree>
    <p:extLst>
      <p:ext uri="{BB962C8B-B14F-4D97-AF65-F5344CB8AC3E}">
        <p14:creationId xmlns:p14="http://schemas.microsoft.com/office/powerpoint/2010/main" val="131648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4603</TotalTime>
  <Words>1501</Words>
  <Application>Microsoft Office PowerPoint</Application>
  <PresentationFormat>Màn hình rộng</PresentationFormat>
  <Paragraphs>71</Paragraphs>
  <Slides>13</Slides>
  <Notes>0</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13</vt:i4>
      </vt:variant>
    </vt:vector>
  </HeadingPairs>
  <TitlesOfParts>
    <vt:vector size="20" baseType="lpstr">
      <vt:lpstr>Readex Pro</vt:lpstr>
      <vt:lpstr>Times New Roman</vt:lpstr>
      <vt:lpstr>K2D</vt:lpstr>
      <vt:lpstr>Calibri</vt:lpstr>
      <vt:lpstr>Arial</vt:lpstr>
      <vt:lpstr>Barlow</vt:lpstr>
      <vt:lpstr>Office Theme</vt:lpstr>
      <vt:lpstr>Báo cáo phân tích so sánh các công cụ CNTT</vt:lpstr>
      <vt:lpstr>Tổng quan về AI </vt:lpstr>
      <vt:lpstr>Bối cảnh và xu hướng công nghệ</vt:lpstr>
      <vt:lpstr>Bản trình bày PowerPoint</vt:lpstr>
      <vt:lpstr>Lịch sử phát triển</vt:lpstr>
      <vt:lpstr>Bản trình bày PowerPoint</vt:lpstr>
      <vt:lpstr>SO SÁNH TÍNH NĂNG, ƯU VÀ NHƯỢC ĐIỂM</vt:lpstr>
      <vt:lpstr>1. ChatGPT (GPT-4o) </vt:lpstr>
      <vt:lpstr>2. Google Gemini (1.5 Pro / Flash)</vt:lpstr>
      <vt:lpstr>3. Microsoft Copilot</vt:lpstr>
      <vt:lpstr>Bản trình bày PowerPoint</vt:lpstr>
      <vt:lpstr>Bản trình bày PowerPoint</vt:lpstr>
      <vt:lpstr>CÁM ƠN THẦY VÀ CÁC BẠN ĐÃ LẮNG NGHE</vt:lpstr>
    </vt:vector>
  </TitlesOfParts>
  <Company>Can 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PowerPointTemplate_Blank</dc:title>
  <dc:creator>CTU Media</dc:creator>
  <cp:lastModifiedBy>Hương b2509794 Quỳnh</cp:lastModifiedBy>
  <cp:revision>239</cp:revision>
  <dcterms:created xsi:type="dcterms:W3CDTF">2022-07-01T08:15:51Z</dcterms:created>
  <dcterms:modified xsi:type="dcterms:W3CDTF">2025-11-28T08:02:12Z</dcterms:modified>
</cp:coreProperties>
</file>